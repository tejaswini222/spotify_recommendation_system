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6" r:id="rId3"/>
    <p:sldId id="269" r:id="rId4"/>
    <p:sldId id="270" r:id="rId5"/>
    <p:sldId id="274" r:id="rId6"/>
    <p:sldId id="273" r:id="rId7"/>
    <p:sldId id="279" r:id="rId8"/>
    <p:sldId id="272" r:id="rId9"/>
    <p:sldId id="271" r:id="rId10"/>
    <p:sldId id="27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D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8E4B09-DCDC-E147-AA87-D165BC0649BA}" v="791" dt="2025-08-30T03:33:00.544"/>
    <p1510:client id="{BCE05D1F-C513-75B9-CCBB-35A6C115E8A2}" v="324" dt="2025-08-30T03:35:06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nala,Manish Reddy" userId="S::mp3787@drexel.edu::b1523c98-5a81-4245-a208-62727d3cc118" providerId="AD" clId="Web-{BCE05D1F-C513-75B9-CCBB-35A6C115E8A2}"/>
    <pc:docChg chg="addSld delSld modSld sldOrd">
      <pc:chgData name="Pannala,Manish Reddy" userId="S::mp3787@drexel.edu::b1523c98-5a81-4245-a208-62727d3cc118" providerId="AD" clId="Web-{BCE05D1F-C513-75B9-CCBB-35A6C115E8A2}" dt="2025-08-30T03:35:05.569" v="279" actId="20577"/>
      <pc:docMkLst>
        <pc:docMk/>
      </pc:docMkLst>
      <pc:sldChg chg="delSp del">
        <pc:chgData name="Pannala,Manish Reddy" userId="S::mp3787@drexel.edu::b1523c98-5a81-4245-a208-62727d3cc118" providerId="AD" clId="Web-{BCE05D1F-C513-75B9-CCBB-35A6C115E8A2}" dt="2025-08-30T02:36:29.207" v="69"/>
        <pc:sldMkLst>
          <pc:docMk/>
          <pc:sldMk cId="0" sldId="259"/>
        </pc:sldMkLst>
        <pc:spChg chg="del">
          <ac:chgData name="Pannala,Manish Reddy" userId="S::mp3787@drexel.edu::b1523c98-5a81-4245-a208-62727d3cc118" providerId="AD" clId="Web-{BCE05D1F-C513-75B9-CCBB-35A6C115E8A2}" dt="2025-08-30T02:35:15.326" v="10"/>
          <ac:spMkLst>
            <pc:docMk/>
            <pc:sldMk cId="0" sldId="259"/>
            <ac:spMk id="2" creationId="{E7D40359-5F30-8D50-1141-FB061815C26C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15.310" v="9"/>
          <ac:spMkLst>
            <pc:docMk/>
            <pc:sldMk cId="0" sldId="259"/>
            <ac:spMk id="3" creationId="{5F2027DB-D6F6-55C7-3C24-49F5B9558064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15.310" v="8"/>
          <ac:spMkLst>
            <pc:docMk/>
            <pc:sldMk cId="0" sldId="259"/>
            <ac:spMk id="4" creationId="{A5006B13-8F10-ACC1-A7A2-560262148F22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15.310" v="7"/>
          <ac:spMkLst>
            <pc:docMk/>
            <pc:sldMk cId="0" sldId="259"/>
            <ac:spMk id="5" creationId="{7FD49C30-951A-8723-4C4C-3CB8E833A854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15.310" v="6"/>
          <ac:spMkLst>
            <pc:docMk/>
            <pc:sldMk cId="0" sldId="259"/>
            <ac:spMk id="6" creationId="{517FE052-1ECA-F400-E9F3-1FD0464078B6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15.310" v="5"/>
          <ac:spMkLst>
            <pc:docMk/>
            <pc:sldMk cId="0" sldId="259"/>
            <ac:spMk id="7" creationId="{54569F6F-79D1-82BA-4EDC-C49B0E91C1D5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15.310" v="4"/>
          <ac:spMkLst>
            <pc:docMk/>
            <pc:sldMk cId="0" sldId="259"/>
            <ac:spMk id="8" creationId="{A7351311-0DE6-8C51-48E5-EDB0146D9F47}"/>
          </ac:spMkLst>
        </pc:spChg>
      </pc:sldChg>
      <pc:sldChg chg="delSp del">
        <pc:chgData name="Pannala,Manish Reddy" userId="S::mp3787@drexel.edu::b1523c98-5a81-4245-a208-62727d3cc118" providerId="AD" clId="Web-{BCE05D1F-C513-75B9-CCBB-35A6C115E8A2}" dt="2025-08-30T02:36:29.207" v="68"/>
        <pc:sldMkLst>
          <pc:docMk/>
          <pc:sldMk cId="0" sldId="260"/>
        </pc:sldMkLst>
        <pc:spChg chg="del">
          <ac:chgData name="Pannala,Manish Reddy" userId="S::mp3787@drexel.edu::b1523c98-5a81-4245-a208-62727d3cc118" providerId="AD" clId="Web-{BCE05D1F-C513-75B9-CCBB-35A6C115E8A2}" dt="2025-08-30T02:35:40.907" v="25"/>
          <ac:spMkLst>
            <pc:docMk/>
            <pc:sldMk cId="0" sldId="260"/>
            <ac:spMk id="2" creationId="{665803E9-E66D-FB83-D5E8-8DD9934B50B3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40.907" v="24"/>
          <ac:spMkLst>
            <pc:docMk/>
            <pc:sldMk cId="0" sldId="260"/>
            <ac:spMk id="3" creationId="{506929C1-18A5-195A-199E-17776BE86EC5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40.907" v="23"/>
          <ac:spMkLst>
            <pc:docMk/>
            <pc:sldMk cId="0" sldId="260"/>
            <ac:spMk id="4" creationId="{1A592315-0980-5038-DD6B-4E7E905801E2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40.907" v="22"/>
          <ac:spMkLst>
            <pc:docMk/>
            <pc:sldMk cId="0" sldId="260"/>
            <ac:spMk id="5" creationId="{1BE4749C-F6CE-A8E1-EEF4-6FAFA2F9E27F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40.907" v="21"/>
          <ac:spMkLst>
            <pc:docMk/>
            <pc:sldMk cId="0" sldId="260"/>
            <ac:spMk id="6" creationId="{EB0F6D02-C9AB-E90F-9423-44414C1E5664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40.907" v="20"/>
          <ac:spMkLst>
            <pc:docMk/>
            <pc:sldMk cId="0" sldId="260"/>
            <ac:spMk id="7" creationId="{8C4EAD02-1002-D155-90C1-DAEF415CF254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40.907" v="19"/>
          <ac:spMkLst>
            <pc:docMk/>
            <pc:sldMk cId="0" sldId="260"/>
            <ac:spMk id="8" creationId="{1FC6F1D2-B675-B589-4127-1EE7991A3BCD}"/>
          </ac:spMkLst>
        </pc:spChg>
      </pc:sldChg>
      <pc:sldChg chg="delSp del">
        <pc:chgData name="Pannala,Manish Reddy" userId="S::mp3787@drexel.edu::b1523c98-5a81-4245-a208-62727d3cc118" providerId="AD" clId="Web-{BCE05D1F-C513-75B9-CCBB-35A6C115E8A2}" dt="2025-08-30T02:36:29.207" v="67"/>
        <pc:sldMkLst>
          <pc:docMk/>
          <pc:sldMk cId="0" sldId="261"/>
        </pc:sldMkLst>
        <pc:spChg chg="del">
          <ac:chgData name="Pannala,Manish Reddy" userId="S::mp3787@drexel.edu::b1523c98-5a81-4245-a208-62727d3cc118" providerId="AD" clId="Web-{BCE05D1F-C513-75B9-CCBB-35A6C115E8A2}" dt="2025-08-30T02:35:51.392" v="37"/>
          <ac:spMkLst>
            <pc:docMk/>
            <pc:sldMk cId="0" sldId="261"/>
            <ac:spMk id="2" creationId="{EFDE3991-CB3F-3123-6076-19302186EA6D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51.392" v="36"/>
          <ac:spMkLst>
            <pc:docMk/>
            <pc:sldMk cId="0" sldId="261"/>
            <ac:spMk id="3" creationId="{0EBF5F88-A607-98B5-A4C5-84111E59DD5D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51.392" v="35"/>
          <ac:spMkLst>
            <pc:docMk/>
            <pc:sldMk cId="0" sldId="261"/>
            <ac:spMk id="4" creationId="{4D2A5B08-56B0-8060-81FE-089C30CEF166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5:51.392" v="34"/>
          <ac:spMkLst>
            <pc:docMk/>
            <pc:sldMk cId="0" sldId="261"/>
            <ac:spMk id="5" creationId="{F4455061-1E56-9A6B-41C1-6DA8648C7557}"/>
          </ac:spMkLst>
        </pc:spChg>
      </pc:sldChg>
      <pc:sldChg chg="delSp del">
        <pc:chgData name="Pannala,Manish Reddy" userId="S::mp3787@drexel.edu::b1523c98-5a81-4245-a208-62727d3cc118" providerId="AD" clId="Web-{BCE05D1F-C513-75B9-CCBB-35A6C115E8A2}" dt="2025-08-30T02:36:29.192" v="66"/>
        <pc:sldMkLst>
          <pc:docMk/>
          <pc:sldMk cId="0" sldId="262"/>
        </pc:sldMkLst>
        <pc:spChg chg="del">
          <ac:chgData name="Pannala,Manish Reddy" userId="S::mp3787@drexel.edu::b1523c98-5a81-4245-a208-62727d3cc118" providerId="AD" clId="Web-{BCE05D1F-C513-75B9-CCBB-35A6C115E8A2}" dt="2025-08-30T02:36:02.440" v="47"/>
          <ac:spMkLst>
            <pc:docMk/>
            <pc:sldMk cId="0" sldId="262"/>
            <ac:spMk id="2" creationId="{441AAB32-53BD-8916-1370-40442BEC84AA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6:02.440" v="46"/>
          <ac:spMkLst>
            <pc:docMk/>
            <pc:sldMk cId="0" sldId="262"/>
            <ac:spMk id="3" creationId="{1F67D145-8494-2C2C-44E1-79F444341241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6:02.440" v="45"/>
          <ac:spMkLst>
            <pc:docMk/>
            <pc:sldMk cId="0" sldId="262"/>
            <ac:spMk id="4" creationId="{DD2E64A5-5691-F9DA-C58E-1A4D5A516696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6:02.440" v="44"/>
          <ac:spMkLst>
            <pc:docMk/>
            <pc:sldMk cId="0" sldId="262"/>
            <ac:spMk id="5" creationId="{CB31DE68-9736-AF88-0D82-54F8977970D0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6:02.440" v="43"/>
          <ac:spMkLst>
            <pc:docMk/>
            <pc:sldMk cId="0" sldId="262"/>
            <ac:spMk id="6" creationId="{78FDBEC4-EF30-E29E-EB35-2DE917FCF0B5}"/>
          </ac:spMkLst>
        </pc:spChg>
      </pc:sldChg>
      <pc:sldChg chg="delSp del">
        <pc:chgData name="Pannala,Manish Reddy" userId="S::mp3787@drexel.edu::b1523c98-5a81-4245-a208-62727d3cc118" providerId="AD" clId="Web-{BCE05D1F-C513-75B9-CCBB-35A6C115E8A2}" dt="2025-08-30T02:36:29.192" v="65"/>
        <pc:sldMkLst>
          <pc:docMk/>
          <pc:sldMk cId="0" sldId="263"/>
        </pc:sldMkLst>
        <pc:spChg chg="del">
          <ac:chgData name="Pannala,Manish Reddy" userId="S::mp3787@drexel.edu::b1523c98-5a81-4245-a208-62727d3cc118" providerId="AD" clId="Web-{BCE05D1F-C513-75B9-CCBB-35A6C115E8A2}" dt="2025-08-30T02:36:11.738" v="58"/>
          <ac:spMkLst>
            <pc:docMk/>
            <pc:sldMk cId="0" sldId="263"/>
            <ac:spMk id="2" creationId="{DDFEC287-5E82-2D09-AF71-2FB7482CA339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6:11.738" v="57"/>
          <ac:spMkLst>
            <pc:docMk/>
            <pc:sldMk cId="0" sldId="263"/>
            <ac:spMk id="3" creationId="{4AF04E66-D3AD-2425-D86C-991D1A3863F4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6:11.738" v="56"/>
          <ac:spMkLst>
            <pc:docMk/>
            <pc:sldMk cId="0" sldId="263"/>
            <ac:spMk id="4" creationId="{A79DE2B1-94CB-D202-E371-F9BFC6F34B2E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6:11.738" v="55"/>
          <ac:spMkLst>
            <pc:docMk/>
            <pc:sldMk cId="0" sldId="263"/>
            <ac:spMk id="5" creationId="{01D72111-F9ED-102F-755D-9A6BC81D4AE2}"/>
          </ac:spMkLst>
        </pc:spChg>
        <pc:spChg chg="del">
          <ac:chgData name="Pannala,Manish Reddy" userId="S::mp3787@drexel.edu::b1523c98-5a81-4245-a208-62727d3cc118" providerId="AD" clId="Web-{BCE05D1F-C513-75B9-CCBB-35A6C115E8A2}" dt="2025-08-30T02:36:11.738" v="54"/>
          <ac:spMkLst>
            <pc:docMk/>
            <pc:sldMk cId="0" sldId="263"/>
            <ac:spMk id="6" creationId="{D2FE19F5-FC16-6997-E662-0C2FCFA7287C}"/>
          </ac:spMkLst>
        </pc:spChg>
      </pc:sldChg>
      <pc:sldChg chg="ord">
        <pc:chgData name="Pannala,Manish Reddy" userId="S::mp3787@drexel.edu::b1523c98-5a81-4245-a208-62727d3cc118" providerId="AD" clId="Web-{BCE05D1F-C513-75B9-CCBB-35A6C115E8A2}" dt="2025-08-30T02:36:47.177" v="74"/>
        <pc:sldMkLst>
          <pc:docMk/>
          <pc:sldMk cId="3114242371" sldId="269"/>
        </pc:sldMkLst>
      </pc:sldChg>
      <pc:sldChg chg="addSp delSp modSp ord">
        <pc:chgData name="Pannala,Manish Reddy" userId="S::mp3787@drexel.edu::b1523c98-5a81-4245-a208-62727d3cc118" providerId="AD" clId="Web-{BCE05D1F-C513-75B9-CCBB-35A6C115E8A2}" dt="2025-08-30T03:34:51.865" v="278" actId="1076"/>
        <pc:sldMkLst>
          <pc:docMk/>
          <pc:sldMk cId="3505847952" sldId="271"/>
        </pc:sldMkLst>
        <pc:spChg chg="add mod">
          <ac:chgData name="Pannala,Manish Reddy" userId="S::mp3787@drexel.edu::b1523c98-5a81-4245-a208-62727d3cc118" providerId="AD" clId="Web-{BCE05D1F-C513-75B9-CCBB-35A6C115E8A2}" dt="2025-08-30T02:40:27.241" v="86" actId="1076"/>
          <ac:spMkLst>
            <pc:docMk/>
            <pc:sldMk cId="3505847952" sldId="271"/>
            <ac:spMk id="2" creationId="{DDFEC287-5E82-2D09-AF71-2FB7482CA339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0:31.226" v="87" actId="1076"/>
          <ac:spMkLst>
            <pc:docMk/>
            <pc:sldMk cId="3505847952" sldId="271"/>
            <ac:spMk id="3" creationId="{4AF04E66-D3AD-2425-D86C-991D1A3863F4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0:23.006" v="85" actId="1076"/>
          <ac:spMkLst>
            <pc:docMk/>
            <pc:sldMk cId="3505847952" sldId="271"/>
            <ac:spMk id="4" creationId="{A79DE2B1-94CB-D202-E371-F9BFC6F34B2E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0:15.990" v="84" actId="1076"/>
          <ac:spMkLst>
            <pc:docMk/>
            <pc:sldMk cId="3505847952" sldId="271"/>
            <ac:spMk id="5" creationId="{01D72111-F9ED-102F-755D-9A6BC81D4AE2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0:37.337" v="88" actId="1076"/>
          <ac:spMkLst>
            <pc:docMk/>
            <pc:sldMk cId="3505847952" sldId="271"/>
            <ac:spMk id="6" creationId="{D2FE19F5-FC16-6997-E662-0C2FCFA7287C}"/>
          </ac:spMkLst>
        </pc:spChg>
        <pc:spChg chg="add del mod">
          <ac:chgData name="Pannala,Manish Reddy" userId="S::mp3787@drexel.edu::b1523c98-5a81-4245-a208-62727d3cc118" providerId="AD" clId="Web-{BCE05D1F-C513-75B9-CCBB-35A6C115E8A2}" dt="2025-08-30T03:20:26.345" v="194"/>
          <ac:spMkLst>
            <pc:docMk/>
            <pc:sldMk cId="3505847952" sldId="271"/>
            <ac:spMk id="8" creationId="{82D46C62-DC9E-DCED-1E29-55C8B853BDA1}"/>
          </ac:spMkLst>
        </pc:spChg>
        <pc:picChg chg="add del mod">
          <ac:chgData name="Pannala,Manish Reddy" userId="S::mp3787@drexel.edu::b1523c98-5a81-4245-a208-62727d3cc118" providerId="AD" clId="Web-{BCE05D1F-C513-75B9-CCBB-35A6C115E8A2}" dt="2025-08-30T03:20:26.345" v="195"/>
          <ac:picMkLst>
            <pc:docMk/>
            <pc:sldMk cId="3505847952" sldId="271"/>
            <ac:picMk id="7" creationId="{876FA5CC-8FF5-C310-F3CA-4F72A4B84C43}"/>
          </ac:picMkLst>
        </pc:picChg>
        <pc:cxnChg chg="mod">
          <ac:chgData name="Pannala,Manish Reddy" userId="S::mp3787@drexel.edu::b1523c98-5a81-4245-a208-62727d3cc118" providerId="AD" clId="Web-{BCE05D1F-C513-75B9-CCBB-35A6C115E8A2}" dt="2025-08-30T03:34:51.865" v="278" actId="1076"/>
          <ac:cxnSpMkLst>
            <pc:docMk/>
            <pc:sldMk cId="3505847952" sldId="271"/>
            <ac:cxnSpMk id="10" creationId="{644A2F32-CE38-EBDE-D545-0D168DD775B9}"/>
          </ac:cxnSpMkLst>
        </pc:cxnChg>
      </pc:sldChg>
      <pc:sldChg chg="addSp modSp add ord replId">
        <pc:chgData name="Pannala,Manish Reddy" userId="S::mp3787@drexel.edu::b1523c98-5a81-4245-a208-62727d3cc118" providerId="AD" clId="Web-{BCE05D1F-C513-75B9-CCBB-35A6C115E8A2}" dt="2025-08-30T02:46:10.821" v="144" actId="1076"/>
        <pc:sldMkLst>
          <pc:docMk/>
          <pc:sldMk cId="233308011" sldId="272"/>
        </pc:sldMkLst>
        <pc:spChg chg="add mod">
          <ac:chgData name="Pannala,Manish Reddy" userId="S::mp3787@drexel.edu::b1523c98-5a81-4245-a208-62727d3cc118" providerId="AD" clId="Web-{BCE05D1F-C513-75B9-CCBB-35A6C115E8A2}" dt="2025-08-30T02:45:56.227" v="143" actId="1076"/>
          <ac:spMkLst>
            <pc:docMk/>
            <pc:sldMk cId="233308011" sldId="272"/>
            <ac:spMk id="2" creationId="{441AAB32-53BD-8916-1370-40442BEC84AA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5:13.476" v="137" actId="14100"/>
          <ac:spMkLst>
            <pc:docMk/>
            <pc:sldMk cId="233308011" sldId="272"/>
            <ac:spMk id="3" creationId="{1F67D145-8494-2C2C-44E1-79F444341241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5:47.868" v="142" actId="1076"/>
          <ac:spMkLst>
            <pc:docMk/>
            <pc:sldMk cId="233308011" sldId="272"/>
            <ac:spMk id="4" creationId="{DD2E64A5-5691-F9DA-C58E-1A4D5A516696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5:44.149" v="141" actId="1076"/>
          <ac:spMkLst>
            <pc:docMk/>
            <pc:sldMk cId="233308011" sldId="272"/>
            <ac:spMk id="5" creationId="{CB31DE68-9736-AF88-0D82-54F8977970D0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5:10.133" v="136" actId="14100"/>
          <ac:spMkLst>
            <pc:docMk/>
            <pc:sldMk cId="233308011" sldId="272"/>
            <ac:spMk id="6" creationId="{78FDBEC4-EF30-E29E-EB35-2DE917FCF0B5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6:10.821" v="144" actId="1076"/>
          <ac:spMkLst>
            <pc:docMk/>
            <pc:sldMk cId="233308011" sldId="272"/>
            <ac:spMk id="7" creationId="{DA4F5D32-2F4C-C2DF-69FA-819A4E52EFDE}"/>
          </ac:spMkLst>
        </pc:spChg>
      </pc:sldChg>
      <pc:sldChg chg="addSp modSp add replId">
        <pc:chgData name="Pannala,Manish Reddy" userId="S::mp3787@drexel.edu::b1523c98-5a81-4245-a208-62727d3cc118" providerId="AD" clId="Web-{BCE05D1F-C513-75B9-CCBB-35A6C115E8A2}" dt="2025-08-30T02:42:52.518" v="111" actId="1076"/>
        <pc:sldMkLst>
          <pc:docMk/>
          <pc:sldMk cId="3724695864" sldId="273"/>
        </pc:sldMkLst>
        <pc:spChg chg="add mod">
          <ac:chgData name="Pannala,Manish Reddy" userId="S::mp3787@drexel.edu::b1523c98-5a81-4245-a208-62727d3cc118" providerId="AD" clId="Web-{BCE05D1F-C513-75B9-CCBB-35A6C115E8A2}" dt="2025-08-30T02:42:49.174" v="110" actId="1076"/>
          <ac:spMkLst>
            <pc:docMk/>
            <pc:sldMk cId="3724695864" sldId="273"/>
            <ac:spMk id="2" creationId="{EFDE3991-CB3F-3123-6076-19302186EA6D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2:31.252" v="106" actId="1076"/>
          <ac:spMkLst>
            <pc:docMk/>
            <pc:sldMk cId="3724695864" sldId="273"/>
            <ac:spMk id="3" creationId="{0EBF5F88-A607-98B5-A4C5-84111E59DD5D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2:52.518" v="111" actId="1076"/>
          <ac:spMkLst>
            <pc:docMk/>
            <pc:sldMk cId="3724695864" sldId="273"/>
            <ac:spMk id="4" creationId="{4D2A5B08-56B0-8060-81FE-089C30CEF166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2:44.268" v="109" actId="1076"/>
          <ac:spMkLst>
            <pc:docMk/>
            <pc:sldMk cId="3724695864" sldId="273"/>
            <ac:spMk id="5" creationId="{F4455061-1E56-9A6B-41C1-6DA8648C7557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2:40.205" v="108" actId="1076"/>
          <ac:spMkLst>
            <pc:docMk/>
            <pc:sldMk cId="3724695864" sldId="273"/>
            <ac:spMk id="6" creationId="{D977BB53-7A4E-5967-AC03-97FFA45CCD2F}"/>
          </ac:spMkLst>
        </pc:spChg>
      </pc:sldChg>
      <pc:sldChg chg="addSp modSp add ord replId">
        <pc:chgData name="Pannala,Manish Reddy" userId="S::mp3787@drexel.edu::b1523c98-5a81-4245-a208-62727d3cc118" providerId="AD" clId="Web-{BCE05D1F-C513-75B9-CCBB-35A6C115E8A2}" dt="2025-08-30T02:50:02.902" v="188" actId="14100"/>
        <pc:sldMkLst>
          <pc:docMk/>
          <pc:sldMk cId="1753993993" sldId="274"/>
        </pc:sldMkLst>
        <pc:spChg chg="add mod">
          <ac:chgData name="Pannala,Manish Reddy" userId="S::mp3787@drexel.edu::b1523c98-5a81-4245-a208-62727d3cc118" providerId="AD" clId="Web-{BCE05D1F-C513-75B9-CCBB-35A6C115E8A2}" dt="2025-08-30T02:49:59.121" v="187" actId="14100"/>
          <ac:spMkLst>
            <pc:docMk/>
            <pc:sldMk cId="1753993993" sldId="274"/>
            <ac:spMk id="2" creationId="{665803E9-E66D-FB83-D5E8-8DD9934B50B3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50:02.902" v="188" actId="14100"/>
          <ac:spMkLst>
            <pc:docMk/>
            <pc:sldMk cId="1753993993" sldId="274"/>
            <ac:spMk id="3" creationId="{506929C1-18A5-195A-199E-17776BE86EC5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9:53.746" v="186" actId="1076"/>
          <ac:spMkLst>
            <pc:docMk/>
            <pc:sldMk cId="1753993993" sldId="274"/>
            <ac:spMk id="4" creationId="{1A592315-0980-5038-DD6B-4E7E905801E2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35:47.220" v="30"/>
          <ac:spMkLst>
            <pc:docMk/>
            <pc:sldMk cId="1753993993" sldId="274"/>
            <ac:spMk id="5" creationId="{1BE4749C-F6CE-A8E1-EEF4-6FAFA2F9E27F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35:47.220" v="31"/>
          <ac:spMkLst>
            <pc:docMk/>
            <pc:sldMk cId="1753993993" sldId="274"/>
            <ac:spMk id="6" creationId="{EB0F6D02-C9AB-E90F-9423-44414C1E5664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35:47.220" v="32"/>
          <ac:spMkLst>
            <pc:docMk/>
            <pc:sldMk cId="1753993993" sldId="274"/>
            <ac:spMk id="7" creationId="{8C4EAD02-1002-D155-90C1-DAEF415CF254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35:47.313" v="33"/>
          <ac:spMkLst>
            <pc:docMk/>
            <pc:sldMk cId="1753993993" sldId="274"/>
            <ac:spMk id="8" creationId="{1FC6F1D2-B675-B589-4127-1EE7991A3BCD}"/>
          </ac:spMkLst>
        </pc:spChg>
      </pc:sldChg>
      <pc:sldChg chg="addSp modSp add ord replId">
        <pc:chgData name="Pannala,Manish Reddy" userId="S::mp3787@drexel.edu::b1523c98-5a81-4245-a208-62727d3cc118" providerId="AD" clId="Web-{BCE05D1F-C513-75B9-CCBB-35A6C115E8A2}" dt="2025-08-30T02:37:48.492" v="76"/>
        <pc:sldMkLst>
          <pc:docMk/>
          <pc:sldMk cId="671103659" sldId="275"/>
        </pc:sldMkLst>
        <pc:spChg chg="add mod">
          <ac:chgData name="Pannala,Manish Reddy" userId="S::mp3787@drexel.edu::b1523c98-5a81-4245-a208-62727d3cc118" providerId="AD" clId="Web-{BCE05D1F-C513-75B9-CCBB-35A6C115E8A2}" dt="2025-08-30T02:35:28.015" v="12"/>
          <ac:spMkLst>
            <pc:docMk/>
            <pc:sldMk cId="671103659" sldId="275"/>
            <ac:spMk id="2" creationId="{E7D40359-5F30-8D50-1141-FB061815C26C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35:28.015" v="13"/>
          <ac:spMkLst>
            <pc:docMk/>
            <pc:sldMk cId="671103659" sldId="275"/>
            <ac:spMk id="3" creationId="{5F2027DB-D6F6-55C7-3C24-49F5B9558064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35:28.015" v="14"/>
          <ac:spMkLst>
            <pc:docMk/>
            <pc:sldMk cId="671103659" sldId="275"/>
            <ac:spMk id="4" creationId="{A5006B13-8F10-ACC1-A7A2-560262148F22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35:28.015" v="15"/>
          <ac:spMkLst>
            <pc:docMk/>
            <pc:sldMk cId="671103659" sldId="275"/>
            <ac:spMk id="5" creationId="{7FD49C30-951A-8723-4C4C-3CB8E833A854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35:28.015" v="16"/>
          <ac:spMkLst>
            <pc:docMk/>
            <pc:sldMk cId="671103659" sldId="275"/>
            <ac:spMk id="6" creationId="{517FE052-1ECA-F400-E9F3-1FD0464078B6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35:28.031" v="17"/>
          <ac:spMkLst>
            <pc:docMk/>
            <pc:sldMk cId="671103659" sldId="275"/>
            <ac:spMk id="7" creationId="{54569F6F-79D1-82BA-4EDC-C49B0E91C1D5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35:28.124" v="18"/>
          <ac:spMkLst>
            <pc:docMk/>
            <pc:sldMk cId="671103659" sldId="275"/>
            <ac:spMk id="8" creationId="{A7351311-0DE6-8C51-48E5-EDB0146D9F47}"/>
          </ac:spMkLst>
        </pc:spChg>
      </pc:sldChg>
      <pc:sldChg chg="addSp delSp modSp new del">
        <pc:chgData name="Pannala,Manish Reddy" userId="S::mp3787@drexel.edu::b1523c98-5a81-4245-a208-62727d3cc118" providerId="AD" clId="Web-{BCE05D1F-C513-75B9-CCBB-35A6C115E8A2}" dt="2025-08-30T02:48:26.995" v="173"/>
        <pc:sldMkLst>
          <pc:docMk/>
          <pc:sldMk cId="2378760466" sldId="275"/>
        </pc:sldMkLst>
        <pc:spChg chg="del mod">
          <ac:chgData name="Pannala,Manish Reddy" userId="S::mp3787@drexel.edu::b1523c98-5a81-4245-a208-62727d3cc118" providerId="AD" clId="Web-{BCE05D1F-C513-75B9-CCBB-35A6C115E8A2}" dt="2025-08-30T02:48:19.729" v="170"/>
          <ac:spMkLst>
            <pc:docMk/>
            <pc:sldMk cId="2378760466" sldId="275"/>
            <ac:spMk id="2" creationId="{C5A7CBC5-5307-4122-E862-070D76B9F013}"/>
          </ac:spMkLst>
        </pc:spChg>
        <pc:spChg chg="add del">
          <ac:chgData name="Pannala,Manish Reddy" userId="S::mp3787@drexel.edu::b1523c98-5a81-4245-a208-62727d3cc118" providerId="AD" clId="Web-{BCE05D1F-C513-75B9-CCBB-35A6C115E8A2}" dt="2025-08-30T02:48:07.979" v="168"/>
          <ac:spMkLst>
            <pc:docMk/>
            <pc:sldMk cId="2378760466" sldId="275"/>
            <ac:spMk id="3" creationId="{1C2221AD-C85E-6D46-787E-B057FC5AEE6D}"/>
          </ac:spMkLst>
        </pc:spChg>
        <pc:spChg chg="add del">
          <ac:chgData name="Pannala,Manish Reddy" userId="S::mp3787@drexel.edu::b1523c98-5a81-4245-a208-62727d3cc118" providerId="AD" clId="Web-{BCE05D1F-C513-75B9-CCBB-35A6C115E8A2}" dt="2025-08-30T02:48:07.979" v="168"/>
          <ac:spMkLst>
            <pc:docMk/>
            <pc:sldMk cId="2378760466" sldId="275"/>
            <ac:spMk id="4" creationId="{29760789-3213-22AB-737B-53EE49B36FE2}"/>
          </ac:spMkLst>
        </pc:spChg>
        <pc:spChg chg="add del">
          <ac:chgData name="Pannala,Manish Reddy" userId="S::mp3787@drexel.edu::b1523c98-5a81-4245-a208-62727d3cc118" providerId="AD" clId="Web-{BCE05D1F-C513-75B9-CCBB-35A6C115E8A2}" dt="2025-08-30T02:48:07.979" v="168"/>
          <ac:spMkLst>
            <pc:docMk/>
            <pc:sldMk cId="2378760466" sldId="275"/>
            <ac:spMk id="5" creationId="{34465FE0-2BC5-22AB-3032-7A4871DE95D6}"/>
          </ac:spMkLst>
        </pc:spChg>
        <pc:spChg chg="add del">
          <ac:chgData name="Pannala,Manish Reddy" userId="S::mp3787@drexel.edu::b1523c98-5a81-4245-a208-62727d3cc118" providerId="AD" clId="Web-{BCE05D1F-C513-75B9-CCBB-35A6C115E8A2}" dt="2025-08-30T02:48:07.979" v="168"/>
          <ac:spMkLst>
            <pc:docMk/>
            <pc:sldMk cId="2378760466" sldId="275"/>
            <ac:spMk id="6" creationId="{A32B004F-DF00-0100-51F3-2C8D87E60643}"/>
          </ac:spMkLst>
        </pc:spChg>
        <pc:spChg chg="add del">
          <ac:chgData name="Pannala,Manish Reddy" userId="S::mp3787@drexel.edu::b1523c98-5a81-4245-a208-62727d3cc118" providerId="AD" clId="Web-{BCE05D1F-C513-75B9-CCBB-35A6C115E8A2}" dt="2025-08-30T02:48:07.979" v="168"/>
          <ac:spMkLst>
            <pc:docMk/>
            <pc:sldMk cId="2378760466" sldId="275"/>
            <ac:spMk id="7" creationId="{09EDC0C3-7BB7-B024-47C5-254F3285125F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2:48:19.729" v="170"/>
          <ac:spMkLst>
            <pc:docMk/>
            <pc:sldMk cId="2378760466" sldId="275"/>
            <ac:spMk id="9" creationId="{7E44047D-2F8B-C2A3-E292-B961A5342C86}"/>
          </ac:spMkLst>
        </pc:spChg>
      </pc:sldChg>
      <pc:sldChg chg="addSp modSp add del">
        <pc:chgData name="Pannala,Manish Reddy" userId="S::mp3787@drexel.edu::b1523c98-5a81-4245-a208-62727d3cc118" providerId="AD" clId="Web-{BCE05D1F-C513-75B9-CCBB-35A6C115E8A2}" dt="2025-08-30T03:04:48.719" v="189"/>
        <pc:sldMkLst>
          <pc:docMk/>
          <pc:sldMk cId="1450005822" sldId="276"/>
        </pc:sldMkLst>
        <pc:spChg chg="add mod">
          <ac:chgData name="Pannala,Manish Reddy" userId="S::mp3787@drexel.edu::b1523c98-5a81-4245-a208-62727d3cc118" providerId="AD" clId="Web-{BCE05D1F-C513-75B9-CCBB-35A6C115E8A2}" dt="2025-08-30T02:48:54.745" v="184" actId="1076"/>
          <ac:spMkLst>
            <pc:docMk/>
            <pc:sldMk cId="1450005822" sldId="276"/>
            <ac:spMk id="2" creationId="{C5A7CBC5-5307-4122-E862-070D76B9F013}"/>
          </ac:spMkLst>
        </pc:spChg>
      </pc:sldChg>
      <pc:sldChg chg="addSp delSp new del">
        <pc:chgData name="Pannala,Manish Reddy" userId="S::mp3787@drexel.edu::b1523c98-5a81-4245-a208-62727d3cc118" providerId="AD" clId="Web-{BCE05D1F-C513-75B9-CCBB-35A6C115E8A2}" dt="2025-08-30T03:33:35.641" v="267"/>
        <pc:sldMkLst>
          <pc:docMk/>
          <pc:sldMk cId="304701134" sldId="278"/>
        </pc:sldMkLst>
        <pc:spChg chg="add del">
          <ac:chgData name="Pannala,Manish Reddy" userId="S::mp3787@drexel.edu::b1523c98-5a81-4245-a208-62727d3cc118" providerId="AD" clId="Web-{BCE05D1F-C513-75B9-CCBB-35A6C115E8A2}" dt="2025-08-30T03:20:46.626" v="198"/>
          <ac:spMkLst>
            <pc:docMk/>
            <pc:sldMk cId="304701134" sldId="278"/>
            <ac:spMk id="2" creationId="{9FD84DD5-717F-7E8D-B23C-B7AB2AF4075B}"/>
          </ac:spMkLst>
        </pc:spChg>
      </pc:sldChg>
      <pc:sldChg chg="addSp delSp modSp add">
        <pc:chgData name="Pannala,Manish Reddy" userId="S::mp3787@drexel.edu::b1523c98-5a81-4245-a208-62727d3cc118" providerId="AD" clId="Web-{BCE05D1F-C513-75B9-CCBB-35A6C115E8A2}" dt="2025-08-30T03:35:05.569" v="279" actId="20577"/>
        <pc:sldMkLst>
          <pc:docMk/>
          <pc:sldMk cId="3758827170" sldId="279"/>
        </pc:sldMkLst>
        <pc:spChg chg="add mod">
          <ac:chgData name="Pannala,Manish Reddy" userId="S::mp3787@drexel.edu::b1523c98-5a81-4245-a208-62727d3cc118" providerId="AD" clId="Web-{BCE05D1F-C513-75B9-CCBB-35A6C115E8A2}" dt="2025-08-30T03:34:09.207" v="274" actId="1076"/>
          <ac:spMkLst>
            <pc:docMk/>
            <pc:sldMk cId="3758827170" sldId="279"/>
            <ac:spMk id="3" creationId="{BAA59456-1514-173F-4EA5-6325543392C8}"/>
          </ac:spMkLst>
        </pc:spChg>
        <pc:spChg chg="add mod">
          <ac:chgData name="Pannala,Manish Reddy" userId="S::mp3787@drexel.edu::b1523c98-5a81-4245-a208-62727d3cc118" providerId="AD" clId="Web-{BCE05D1F-C513-75B9-CCBB-35A6C115E8A2}" dt="2025-08-30T03:35:05.569" v="279" actId="20577"/>
          <ac:spMkLst>
            <pc:docMk/>
            <pc:sldMk cId="3758827170" sldId="279"/>
            <ac:spMk id="4" creationId="{AB702937-01F2-2188-13E5-03E7CFD4582A}"/>
          </ac:spMkLst>
        </pc:spChg>
        <pc:picChg chg="add del mod">
          <ac:chgData name="Pannala,Manish Reddy" userId="S::mp3787@drexel.edu::b1523c98-5a81-4245-a208-62727d3cc118" providerId="AD" clId="Web-{BCE05D1F-C513-75B9-CCBB-35A6C115E8A2}" dt="2025-08-30T03:22:54.191" v="257"/>
          <ac:picMkLst>
            <pc:docMk/>
            <pc:sldMk cId="3758827170" sldId="279"/>
            <ac:picMk id="2" creationId="{277A10EC-AFC6-83CE-E0C1-2EC3969A76D5}"/>
          </ac:picMkLst>
        </pc:picChg>
        <pc:picChg chg="add mod modCrop">
          <ac:chgData name="Pannala,Manish Reddy" userId="S::mp3787@drexel.edu::b1523c98-5a81-4245-a208-62727d3cc118" providerId="AD" clId="Web-{BCE05D1F-C513-75B9-CCBB-35A6C115E8A2}" dt="2025-08-30T03:34:33.364" v="277"/>
          <ac:picMkLst>
            <pc:docMk/>
            <pc:sldMk cId="3758827170" sldId="279"/>
            <ac:picMk id="5" creationId="{4B0E32B4-C95E-87D5-3BAD-487E4B604984}"/>
          </ac:picMkLst>
        </pc:picChg>
      </pc:sldChg>
    </pc:docChg>
  </pc:docChgLst>
  <pc:docChgLst>
    <pc:chgData name="Nadimpalli,Rohit" userId="10aa737c-f342-4544-8577-7d5ffa6f105e" providerId="ADAL" clId="{718E4B09-DCDC-E147-AA87-D165BC0649BA}"/>
    <pc:docChg chg="undo custSel addSld delSld modSld sldOrd">
      <pc:chgData name="Nadimpalli,Rohit" userId="10aa737c-f342-4544-8577-7d5ffa6f105e" providerId="ADAL" clId="{718E4B09-DCDC-E147-AA87-D165BC0649BA}" dt="2025-08-30T03:33:00.544" v="856" actId="1076"/>
      <pc:docMkLst>
        <pc:docMk/>
      </pc:docMkLst>
      <pc:sldChg chg="addSp delSp modSp del mod ord">
        <pc:chgData name="Nadimpalli,Rohit" userId="10aa737c-f342-4544-8577-7d5ffa6f105e" providerId="ADAL" clId="{718E4B09-DCDC-E147-AA87-D165BC0649BA}" dt="2025-08-30T02:16:09.190" v="85" actId="2696"/>
        <pc:sldMkLst>
          <pc:docMk/>
          <pc:sldMk cId="0" sldId="257"/>
        </pc:sldMkLst>
        <pc:spChg chg="del">
          <ac:chgData name="Nadimpalli,Rohit" userId="10aa737c-f342-4544-8577-7d5ffa6f105e" providerId="ADAL" clId="{718E4B09-DCDC-E147-AA87-D165BC0649BA}" dt="2025-08-30T02:16:02.004" v="79" actId="478"/>
          <ac:spMkLst>
            <pc:docMk/>
            <pc:sldMk cId="0" sldId="257"/>
            <ac:spMk id="3" creationId="{D330C2BF-85A1-D884-59A5-05641314838F}"/>
          </ac:spMkLst>
        </pc:spChg>
        <pc:spChg chg="del">
          <ac:chgData name="Nadimpalli,Rohit" userId="10aa737c-f342-4544-8577-7d5ffa6f105e" providerId="ADAL" clId="{718E4B09-DCDC-E147-AA87-D165BC0649BA}" dt="2025-08-30T02:15:57.555" v="77" actId="478"/>
          <ac:spMkLst>
            <pc:docMk/>
            <pc:sldMk cId="0" sldId="257"/>
            <ac:spMk id="4" creationId="{30C52CA8-5C71-08ED-A0F4-A18802B9DCB8}"/>
          </ac:spMkLst>
        </pc:spChg>
        <pc:spChg chg="del">
          <ac:chgData name="Nadimpalli,Rohit" userId="10aa737c-f342-4544-8577-7d5ffa6f105e" providerId="ADAL" clId="{718E4B09-DCDC-E147-AA87-D165BC0649BA}" dt="2025-08-30T02:16:03.307" v="80" actId="478"/>
          <ac:spMkLst>
            <pc:docMk/>
            <pc:sldMk cId="0" sldId="257"/>
            <ac:spMk id="5" creationId="{C5B02518-99A3-BA40-275A-2D2841CB9865}"/>
          </ac:spMkLst>
        </pc:spChg>
        <pc:spChg chg="del">
          <ac:chgData name="Nadimpalli,Rohit" userId="10aa737c-f342-4544-8577-7d5ffa6f105e" providerId="ADAL" clId="{718E4B09-DCDC-E147-AA87-D165BC0649BA}" dt="2025-08-30T02:16:05.838" v="82" actId="478"/>
          <ac:spMkLst>
            <pc:docMk/>
            <pc:sldMk cId="0" sldId="257"/>
            <ac:spMk id="6" creationId="{8CC591BA-45F7-12AB-8398-7E3AE5BBD060}"/>
          </ac:spMkLst>
        </pc:spChg>
        <pc:spChg chg="del">
          <ac:chgData name="Nadimpalli,Rohit" userId="10aa737c-f342-4544-8577-7d5ffa6f105e" providerId="ADAL" clId="{718E4B09-DCDC-E147-AA87-D165BC0649BA}" dt="2025-08-30T02:16:00.364" v="78" actId="478"/>
          <ac:spMkLst>
            <pc:docMk/>
            <pc:sldMk cId="0" sldId="257"/>
            <ac:spMk id="8" creationId="{1A64A3EB-586E-356E-8A53-0BEADF6A679C}"/>
          </ac:spMkLst>
        </pc:spChg>
        <pc:spChg chg="del">
          <ac:chgData name="Nadimpalli,Rohit" userId="10aa737c-f342-4544-8577-7d5ffa6f105e" providerId="ADAL" clId="{718E4B09-DCDC-E147-AA87-D165BC0649BA}" dt="2025-08-30T02:15:53.817" v="76" actId="478"/>
          <ac:spMkLst>
            <pc:docMk/>
            <pc:sldMk cId="0" sldId="257"/>
            <ac:spMk id="9" creationId="{DA2EB312-9BF8-DC5B-EEEA-C14C29E96B65}"/>
          </ac:spMkLst>
        </pc:spChg>
        <pc:spChg chg="del">
          <ac:chgData name="Nadimpalli,Rohit" userId="10aa737c-f342-4544-8577-7d5ffa6f105e" providerId="ADAL" clId="{718E4B09-DCDC-E147-AA87-D165BC0649BA}" dt="2025-08-30T02:15:33.651" v="72" actId="478"/>
          <ac:spMkLst>
            <pc:docMk/>
            <pc:sldMk cId="0" sldId="257"/>
            <ac:spMk id="10" creationId="{58D5E80A-DE7E-7D87-BCEC-DC69E4CA8472}"/>
          </ac:spMkLst>
        </pc:spChg>
        <pc:spChg chg="del">
          <ac:chgData name="Nadimpalli,Rohit" userId="10aa737c-f342-4544-8577-7d5ffa6f105e" providerId="ADAL" clId="{718E4B09-DCDC-E147-AA87-D165BC0649BA}" dt="2025-08-30T02:15:40.761" v="74" actId="478"/>
          <ac:spMkLst>
            <pc:docMk/>
            <pc:sldMk cId="0" sldId="257"/>
            <ac:spMk id="11" creationId="{DB63F9F3-1098-90F6-5FA9-E2D92CF83CAF}"/>
          </ac:spMkLst>
        </pc:spChg>
        <pc:spChg chg="add del mod">
          <ac:chgData name="Nadimpalli,Rohit" userId="10aa737c-f342-4544-8577-7d5ffa6f105e" providerId="ADAL" clId="{718E4B09-DCDC-E147-AA87-D165BC0649BA}" dt="2025-08-30T02:15:36.687" v="73" actId="478"/>
          <ac:spMkLst>
            <pc:docMk/>
            <pc:sldMk cId="0" sldId="257"/>
            <ac:spMk id="13" creationId="{7BE69788-56B7-392D-978B-9F3BE51C4B2F}"/>
          </ac:spMkLst>
        </pc:spChg>
        <pc:spChg chg="add del mod">
          <ac:chgData name="Nadimpalli,Rohit" userId="10aa737c-f342-4544-8577-7d5ffa6f105e" providerId="ADAL" clId="{718E4B09-DCDC-E147-AA87-D165BC0649BA}" dt="2025-08-30T02:16:04.658" v="81" actId="478"/>
          <ac:spMkLst>
            <pc:docMk/>
            <pc:sldMk cId="0" sldId="257"/>
            <ac:spMk id="15" creationId="{042DC9A1-63E6-54B6-A96B-335B54A8533F}"/>
          </ac:spMkLst>
        </pc:spChg>
        <pc:spChg chg="add mod">
          <ac:chgData name="Nadimpalli,Rohit" userId="10aa737c-f342-4544-8577-7d5ffa6f105e" providerId="ADAL" clId="{718E4B09-DCDC-E147-AA87-D165BC0649BA}" dt="2025-08-30T02:16:06.932" v="83" actId="767"/>
          <ac:spMkLst>
            <pc:docMk/>
            <pc:sldMk cId="0" sldId="257"/>
            <ac:spMk id="16" creationId="{1C449C1A-7509-C119-D3B5-9971CD1C9E1F}"/>
          </ac:spMkLst>
        </pc:spChg>
        <pc:spChg chg="add mod">
          <ac:chgData name="Nadimpalli,Rohit" userId="10aa737c-f342-4544-8577-7d5ffa6f105e" providerId="ADAL" clId="{718E4B09-DCDC-E147-AA87-D165BC0649BA}" dt="2025-08-30T02:16:07.808" v="84" actId="767"/>
          <ac:spMkLst>
            <pc:docMk/>
            <pc:sldMk cId="0" sldId="257"/>
            <ac:spMk id="17" creationId="{82A0E2F3-13DF-4407-680B-EA3DBDAEE02E}"/>
          </ac:spMkLst>
        </pc:spChg>
        <pc:picChg chg="del">
          <ac:chgData name="Nadimpalli,Rohit" userId="10aa737c-f342-4544-8577-7d5ffa6f105e" providerId="ADAL" clId="{718E4B09-DCDC-E147-AA87-D165BC0649BA}" dt="2025-08-30T02:15:50.244" v="75" actId="478"/>
          <ac:picMkLst>
            <pc:docMk/>
            <pc:sldMk cId="0" sldId="257"/>
            <ac:picMk id="2" creationId="{8C4D4C5C-3727-C360-54A8-E03F89FE1164}"/>
          </ac:picMkLst>
        </pc:picChg>
      </pc:sldChg>
      <pc:sldChg chg="del">
        <pc:chgData name="Nadimpalli,Rohit" userId="10aa737c-f342-4544-8577-7d5ffa6f105e" providerId="ADAL" clId="{718E4B09-DCDC-E147-AA87-D165BC0649BA}" dt="2025-08-30T02:22:10.249" v="113" actId="2696"/>
        <pc:sldMkLst>
          <pc:docMk/>
          <pc:sldMk cId="0" sldId="258"/>
        </pc:sldMkLst>
      </pc:sldChg>
      <pc:sldChg chg="setBg">
        <pc:chgData name="Nadimpalli,Rohit" userId="10aa737c-f342-4544-8577-7d5ffa6f105e" providerId="ADAL" clId="{718E4B09-DCDC-E147-AA87-D165BC0649BA}" dt="2025-08-30T02:23:17.740" v="117"/>
        <pc:sldMkLst>
          <pc:docMk/>
          <pc:sldMk cId="0" sldId="259"/>
        </pc:sldMkLst>
      </pc:sldChg>
      <pc:sldChg chg="addSp delSp modSp mod setBg">
        <pc:chgData name="Nadimpalli,Rohit" userId="10aa737c-f342-4544-8577-7d5ffa6f105e" providerId="ADAL" clId="{718E4B09-DCDC-E147-AA87-D165BC0649BA}" dt="2025-08-30T03:33:00.544" v="856" actId="1076"/>
        <pc:sldMkLst>
          <pc:docMk/>
          <pc:sldMk cId="3164225090" sldId="264"/>
        </pc:sldMkLst>
        <pc:spChg chg="mod">
          <ac:chgData name="Nadimpalli,Rohit" userId="10aa737c-f342-4544-8577-7d5ffa6f105e" providerId="ADAL" clId="{718E4B09-DCDC-E147-AA87-D165BC0649BA}" dt="2025-08-30T02:11:39.889" v="47" actId="207"/>
          <ac:spMkLst>
            <pc:docMk/>
            <pc:sldMk cId="3164225090" sldId="264"/>
            <ac:spMk id="7" creationId="{D44DB680-A8FD-7D98-B567-90164B16B3A3}"/>
          </ac:spMkLst>
        </pc:spChg>
        <pc:spChg chg="del">
          <ac:chgData name="Nadimpalli,Rohit" userId="10aa737c-f342-4544-8577-7d5ffa6f105e" providerId="ADAL" clId="{718E4B09-DCDC-E147-AA87-D165BC0649BA}" dt="2025-08-30T02:11:01.525" v="35" actId="478"/>
          <ac:spMkLst>
            <pc:docMk/>
            <pc:sldMk cId="3164225090" sldId="264"/>
            <ac:spMk id="21" creationId="{DA8F1C77-575B-C46F-DDC9-370196C80C9C}"/>
          </ac:spMkLst>
        </pc:spChg>
        <pc:spChg chg="mod">
          <ac:chgData name="Nadimpalli,Rohit" userId="10aa737c-f342-4544-8577-7d5ffa6f105e" providerId="ADAL" clId="{718E4B09-DCDC-E147-AA87-D165BC0649BA}" dt="2025-08-30T03:33:00.544" v="856" actId="1076"/>
          <ac:spMkLst>
            <pc:docMk/>
            <pc:sldMk cId="3164225090" sldId="264"/>
            <ac:spMk id="23" creationId="{C289C2F9-F587-77F2-C16D-AE7B09D0FA7A}"/>
          </ac:spMkLst>
        </pc:spChg>
        <pc:spChg chg="mod">
          <ac:chgData name="Nadimpalli,Rohit" userId="10aa737c-f342-4544-8577-7d5ffa6f105e" providerId="ADAL" clId="{718E4B09-DCDC-E147-AA87-D165BC0649BA}" dt="2025-08-30T03:16:55.356" v="659" actId="1076"/>
          <ac:spMkLst>
            <pc:docMk/>
            <pc:sldMk cId="3164225090" sldId="264"/>
            <ac:spMk id="24" creationId="{397D0DE3-9B8D-C6AC-AFDC-3E1185E9F2EE}"/>
          </ac:spMkLst>
        </pc:spChg>
        <pc:spChg chg="add del mod">
          <ac:chgData name="Nadimpalli,Rohit" userId="10aa737c-f342-4544-8577-7d5ffa6f105e" providerId="ADAL" clId="{718E4B09-DCDC-E147-AA87-D165BC0649BA}" dt="2025-08-30T02:11:07.382" v="38"/>
          <ac:spMkLst>
            <pc:docMk/>
            <pc:sldMk cId="3164225090" sldId="264"/>
            <ac:spMk id="25" creationId="{C61B7766-0A13-8E85-E5B8-A2CEA2ECC013}"/>
          </ac:spMkLst>
        </pc:spChg>
        <pc:spChg chg="add del mod">
          <ac:chgData name="Nadimpalli,Rohit" userId="10aa737c-f342-4544-8577-7d5ffa6f105e" providerId="ADAL" clId="{718E4B09-DCDC-E147-AA87-D165BC0649BA}" dt="2025-08-30T02:12:00.686" v="49" actId="478"/>
          <ac:spMkLst>
            <pc:docMk/>
            <pc:sldMk cId="3164225090" sldId="264"/>
            <ac:spMk id="26" creationId="{74223A92-A015-B56F-4175-C5914FE9BE31}"/>
          </ac:spMkLst>
        </pc:spChg>
      </pc:sldChg>
      <pc:sldChg chg="new del">
        <pc:chgData name="Nadimpalli,Rohit" userId="10aa737c-f342-4544-8577-7d5ffa6f105e" providerId="ADAL" clId="{718E4B09-DCDC-E147-AA87-D165BC0649BA}" dt="2025-08-30T02:16:10.386" v="86" actId="2696"/>
        <pc:sldMkLst>
          <pc:docMk/>
          <pc:sldMk cId="2545216976" sldId="265"/>
        </pc:sldMkLst>
      </pc:sldChg>
      <pc:sldChg chg="addSp delSp modSp add mod">
        <pc:chgData name="Nadimpalli,Rohit" userId="10aa737c-f342-4544-8577-7d5ffa6f105e" providerId="ADAL" clId="{718E4B09-DCDC-E147-AA87-D165BC0649BA}" dt="2025-08-30T03:16:24.880" v="647" actId="123"/>
        <pc:sldMkLst>
          <pc:docMk/>
          <pc:sldMk cId="712592458" sldId="266"/>
        </pc:sldMkLst>
        <pc:spChg chg="add mod">
          <ac:chgData name="Nadimpalli,Rohit" userId="10aa737c-f342-4544-8577-7d5ffa6f105e" providerId="ADAL" clId="{718E4B09-DCDC-E147-AA87-D165BC0649BA}" dt="2025-08-30T03:16:24.880" v="647" actId="123"/>
          <ac:spMkLst>
            <pc:docMk/>
            <pc:sldMk cId="712592458" sldId="266"/>
            <ac:spMk id="2" creationId="{4242682F-CEE7-A6AA-C3E0-3E23FC237CA2}"/>
          </ac:spMkLst>
        </pc:spChg>
        <pc:spChg chg="mod">
          <ac:chgData name="Nadimpalli,Rohit" userId="10aa737c-f342-4544-8577-7d5ffa6f105e" providerId="ADAL" clId="{718E4B09-DCDC-E147-AA87-D165BC0649BA}" dt="2025-08-30T02:12:18.259" v="62" actId="20577"/>
          <ac:spMkLst>
            <pc:docMk/>
            <pc:sldMk cId="712592458" sldId="266"/>
            <ac:spMk id="16" creationId="{C1330A5A-620C-DB50-EB6F-F074CF629469}"/>
          </ac:spMkLst>
        </pc:spChg>
        <pc:spChg chg="del">
          <ac:chgData name="Nadimpalli,Rohit" userId="10aa737c-f342-4544-8577-7d5ffa6f105e" providerId="ADAL" clId="{718E4B09-DCDC-E147-AA87-D165BC0649BA}" dt="2025-08-30T02:10:09.219" v="12" actId="478"/>
          <ac:spMkLst>
            <pc:docMk/>
            <pc:sldMk cId="712592458" sldId="266"/>
            <ac:spMk id="18" creationId="{B9CCBA65-A27A-BF00-7137-801F32638C5F}"/>
          </ac:spMkLst>
        </pc:spChg>
        <pc:spChg chg="del">
          <ac:chgData name="Nadimpalli,Rohit" userId="10aa737c-f342-4544-8577-7d5ffa6f105e" providerId="ADAL" clId="{718E4B09-DCDC-E147-AA87-D165BC0649BA}" dt="2025-08-30T02:10:14.251" v="15" actId="478"/>
          <ac:spMkLst>
            <pc:docMk/>
            <pc:sldMk cId="712592458" sldId="266"/>
            <ac:spMk id="22" creationId="{333EC227-03B6-0EB3-3BD7-91A9D2582C06}"/>
          </ac:spMkLst>
        </pc:spChg>
        <pc:spChg chg="del">
          <ac:chgData name="Nadimpalli,Rohit" userId="10aa737c-f342-4544-8577-7d5ffa6f105e" providerId="ADAL" clId="{718E4B09-DCDC-E147-AA87-D165BC0649BA}" dt="2025-08-30T02:10:04.762" v="11" actId="478"/>
          <ac:spMkLst>
            <pc:docMk/>
            <pc:sldMk cId="712592458" sldId="266"/>
            <ac:spMk id="23" creationId="{C289C2F9-F587-77F2-C16D-AE7B09D0FA7A}"/>
          </ac:spMkLst>
        </pc:spChg>
        <pc:spChg chg="del">
          <ac:chgData name="Nadimpalli,Rohit" userId="10aa737c-f342-4544-8577-7d5ffa6f105e" providerId="ADAL" clId="{718E4B09-DCDC-E147-AA87-D165BC0649BA}" dt="2025-08-30T02:10:01.577" v="10" actId="478"/>
          <ac:spMkLst>
            <pc:docMk/>
            <pc:sldMk cId="712592458" sldId="266"/>
            <ac:spMk id="24" creationId="{397D0DE3-9B8D-C6AC-AFDC-3E1185E9F2EE}"/>
          </ac:spMkLst>
        </pc:spChg>
        <pc:grpChg chg="del">
          <ac:chgData name="Nadimpalli,Rohit" userId="10aa737c-f342-4544-8577-7d5ffa6f105e" providerId="ADAL" clId="{718E4B09-DCDC-E147-AA87-D165BC0649BA}" dt="2025-08-30T02:10:11.108" v="13" actId="478"/>
          <ac:grpSpMkLst>
            <pc:docMk/>
            <pc:sldMk cId="712592458" sldId="266"/>
            <ac:grpSpMk id="8" creationId="{4E4AEA16-0912-F8D0-6FA4-3BD4DB1B2E35}"/>
          </ac:grpSpMkLst>
        </pc:grpChg>
        <pc:cxnChg chg="add mod">
          <ac:chgData name="Nadimpalli,Rohit" userId="10aa737c-f342-4544-8577-7d5ffa6f105e" providerId="ADAL" clId="{718E4B09-DCDC-E147-AA87-D165BC0649BA}" dt="2025-08-30T03:14:24.772" v="643" actId="14100"/>
          <ac:cxnSpMkLst>
            <pc:docMk/>
            <pc:sldMk cId="712592458" sldId="266"/>
            <ac:cxnSpMk id="3" creationId="{7348A717-E9BA-FE16-BDA9-48D3A95DF915}"/>
          </ac:cxnSpMkLst>
        </pc:cxnChg>
        <pc:cxnChg chg="del">
          <ac:chgData name="Nadimpalli,Rohit" userId="10aa737c-f342-4544-8577-7d5ffa6f105e" providerId="ADAL" clId="{718E4B09-DCDC-E147-AA87-D165BC0649BA}" dt="2025-08-30T02:10:12.643" v="14" actId="478"/>
          <ac:cxnSpMkLst>
            <pc:docMk/>
            <pc:sldMk cId="712592458" sldId="266"/>
            <ac:cxnSpMk id="4" creationId="{66580ACA-DA19-2920-2A1F-063E561B2AF7}"/>
          </ac:cxnSpMkLst>
        </pc:cxnChg>
        <pc:cxnChg chg="del">
          <ac:chgData name="Nadimpalli,Rohit" userId="10aa737c-f342-4544-8577-7d5ffa6f105e" providerId="ADAL" clId="{718E4B09-DCDC-E147-AA87-D165BC0649BA}" dt="2025-08-30T02:10:15.888" v="16" actId="478"/>
          <ac:cxnSpMkLst>
            <pc:docMk/>
            <pc:sldMk cId="712592458" sldId="266"/>
            <ac:cxnSpMk id="5" creationId="{7780463D-4B6B-99C9-6079-66EE03DA3EAE}"/>
          </ac:cxnSpMkLst>
        </pc:cxnChg>
      </pc:sldChg>
      <pc:sldChg chg="add del setBg">
        <pc:chgData name="Nadimpalli,Rohit" userId="10aa737c-f342-4544-8577-7d5ffa6f105e" providerId="ADAL" clId="{718E4B09-DCDC-E147-AA87-D165BC0649BA}" dt="2025-08-30T02:09:51.225" v="2"/>
        <pc:sldMkLst>
          <pc:docMk/>
          <pc:sldMk cId="3809788906" sldId="266"/>
        </pc:sldMkLst>
      </pc:sldChg>
      <pc:sldChg chg="add del setBg">
        <pc:chgData name="Nadimpalli,Rohit" userId="10aa737c-f342-4544-8577-7d5ffa6f105e" providerId="ADAL" clId="{718E4B09-DCDC-E147-AA87-D165BC0649BA}" dt="2025-08-30T02:10:54.810" v="34" actId="2696"/>
        <pc:sldMkLst>
          <pc:docMk/>
          <pc:sldMk cId="1406290327" sldId="267"/>
        </pc:sldMkLst>
      </pc:sldChg>
      <pc:sldChg chg="add del setBg">
        <pc:chgData name="Nadimpalli,Rohit" userId="10aa737c-f342-4544-8577-7d5ffa6f105e" providerId="ADAL" clId="{718E4B09-DCDC-E147-AA87-D165BC0649BA}" dt="2025-08-30T02:10:53.257" v="33" actId="2696"/>
        <pc:sldMkLst>
          <pc:docMk/>
          <pc:sldMk cId="3113904403" sldId="268"/>
        </pc:sldMkLst>
      </pc:sldChg>
      <pc:sldChg chg="add del setBg">
        <pc:chgData name="Nadimpalli,Rohit" userId="10aa737c-f342-4544-8577-7d5ffa6f105e" providerId="ADAL" clId="{718E4B09-DCDC-E147-AA87-D165BC0649BA}" dt="2025-08-30T02:10:50.148" v="31"/>
        <pc:sldMkLst>
          <pc:docMk/>
          <pc:sldMk cId="2959796112" sldId="269"/>
        </pc:sldMkLst>
      </pc:sldChg>
      <pc:sldChg chg="addSp delSp modSp add mod">
        <pc:chgData name="Nadimpalli,Rohit" userId="10aa737c-f342-4544-8577-7d5ffa6f105e" providerId="ADAL" clId="{718E4B09-DCDC-E147-AA87-D165BC0649BA}" dt="2025-08-30T02:21:36.406" v="112" actId="207"/>
        <pc:sldMkLst>
          <pc:docMk/>
          <pc:sldMk cId="3114242371" sldId="269"/>
        </pc:sldMkLst>
        <pc:spChg chg="del">
          <ac:chgData name="Nadimpalli,Rohit" userId="10aa737c-f342-4544-8577-7d5ffa6f105e" providerId="ADAL" clId="{718E4B09-DCDC-E147-AA87-D165BC0649BA}" dt="2025-08-30T02:20:33.944" v="101" actId="478"/>
          <ac:spMkLst>
            <pc:docMk/>
            <pc:sldMk cId="3114242371" sldId="269"/>
            <ac:spMk id="2" creationId="{4242682F-CEE7-A6AA-C3E0-3E23FC237CA2}"/>
          </ac:spMkLst>
        </pc:spChg>
        <pc:spChg chg="del">
          <ac:chgData name="Nadimpalli,Rohit" userId="10aa737c-f342-4544-8577-7d5ffa6f105e" providerId="ADAL" clId="{718E4B09-DCDC-E147-AA87-D165BC0649BA}" dt="2025-08-30T02:20:36.931" v="102" actId="478"/>
          <ac:spMkLst>
            <pc:docMk/>
            <pc:sldMk cId="3114242371" sldId="269"/>
            <ac:spMk id="16" creationId="{C1330A5A-620C-DB50-EB6F-F074CF629469}"/>
          </ac:spMkLst>
        </pc:spChg>
        <pc:graphicFrameChg chg="add mod modGraphic">
          <ac:chgData name="Nadimpalli,Rohit" userId="10aa737c-f342-4544-8577-7d5ffa6f105e" providerId="ADAL" clId="{718E4B09-DCDC-E147-AA87-D165BC0649BA}" dt="2025-08-30T02:21:36.406" v="112" actId="207"/>
          <ac:graphicFrameMkLst>
            <pc:docMk/>
            <pc:sldMk cId="3114242371" sldId="269"/>
            <ac:graphicFrameMk id="3" creationId="{0C3686F6-AD43-85A4-59FE-E5D0AD1B53CF}"/>
          </ac:graphicFrameMkLst>
        </pc:graphicFrameChg>
      </pc:sldChg>
      <pc:sldChg chg="addSp delSp modSp add mod ord setBg">
        <pc:chgData name="Nadimpalli,Rohit" userId="10aa737c-f342-4544-8577-7d5ffa6f105e" providerId="ADAL" clId="{718E4B09-DCDC-E147-AA87-D165BC0649BA}" dt="2025-08-30T03:14:37.904" v="644" actId="14100"/>
        <pc:sldMkLst>
          <pc:docMk/>
          <pc:sldMk cId="1486857538" sldId="270"/>
        </pc:sldMkLst>
        <pc:spChg chg="del">
          <ac:chgData name="Nadimpalli,Rohit" userId="10aa737c-f342-4544-8577-7d5ffa6f105e" providerId="ADAL" clId="{718E4B09-DCDC-E147-AA87-D165BC0649BA}" dt="2025-08-30T02:23:34.137" v="120" actId="478"/>
          <ac:spMkLst>
            <pc:docMk/>
            <pc:sldMk cId="1486857538" sldId="270"/>
            <ac:spMk id="2" creationId="{4242682F-CEE7-A6AA-C3E0-3E23FC237CA2}"/>
          </ac:spMkLst>
        </pc:spChg>
        <pc:spChg chg="add mod">
          <ac:chgData name="Nadimpalli,Rohit" userId="10aa737c-f342-4544-8577-7d5ffa6f105e" providerId="ADAL" clId="{718E4B09-DCDC-E147-AA87-D165BC0649BA}" dt="2025-08-30T02:25:14.301" v="141" actId="207"/>
          <ac:spMkLst>
            <pc:docMk/>
            <pc:sldMk cId="1486857538" sldId="270"/>
            <ac:spMk id="3" creationId="{FE412E22-4B5A-508A-4F1F-609DC47BCD42}"/>
          </ac:spMkLst>
        </pc:spChg>
        <pc:spChg chg="add mod">
          <ac:chgData name="Nadimpalli,Rohit" userId="10aa737c-f342-4544-8577-7d5ffa6f105e" providerId="ADAL" clId="{718E4B09-DCDC-E147-AA87-D165BC0649BA}" dt="2025-08-30T02:25:55.798" v="148" actId="692"/>
          <ac:spMkLst>
            <pc:docMk/>
            <pc:sldMk cId="1486857538" sldId="270"/>
            <ac:spMk id="4" creationId="{015839A3-DE50-C880-BAE8-726105A5B7BD}"/>
          </ac:spMkLst>
        </pc:spChg>
        <pc:spChg chg="add mod">
          <ac:chgData name="Nadimpalli,Rohit" userId="10aa737c-f342-4544-8577-7d5ffa6f105e" providerId="ADAL" clId="{718E4B09-DCDC-E147-AA87-D165BC0649BA}" dt="2025-08-30T03:14:37.904" v="644" actId="14100"/>
          <ac:spMkLst>
            <pc:docMk/>
            <pc:sldMk cId="1486857538" sldId="270"/>
            <ac:spMk id="5" creationId="{21629ACA-6E31-7D53-960C-BAA2960E14EB}"/>
          </ac:spMkLst>
        </pc:spChg>
        <pc:spChg chg="add mod">
          <ac:chgData name="Nadimpalli,Rohit" userId="10aa737c-f342-4544-8577-7d5ffa6f105e" providerId="ADAL" clId="{718E4B09-DCDC-E147-AA87-D165BC0649BA}" dt="2025-08-30T02:37:16.859" v="261" actId="121"/>
          <ac:spMkLst>
            <pc:docMk/>
            <pc:sldMk cId="1486857538" sldId="270"/>
            <ac:spMk id="6" creationId="{BEF68569-A374-EF0D-FD16-055A13D1561E}"/>
          </ac:spMkLst>
        </pc:spChg>
        <pc:spChg chg="del">
          <ac:chgData name="Nadimpalli,Rohit" userId="10aa737c-f342-4544-8577-7d5ffa6f105e" providerId="ADAL" clId="{718E4B09-DCDC-E147-AA87-D165BC0649BA}" dt="2025-08-30T02:23:39.861" v="122" actId="478"/>
          <ac:spMkLst>
            <pc:docMk/>
            <pc:sldMk cId="1486857538" sldId="270"/>
            <ac:spMk id="7" creationId="{D44DB680-A8FD-7D98-B567-90164B16B3A3}"/>
          </ac:spMkLst>
        </pc:spChg>
        <pc:spChg chg="add mod">
          <ac:chgData name="Nadimpalli,Rohit" userId="10aa737c-f342-4544-8577-7d5ffa6f105e" providerId="ADAL" clId="{718E4B09-DCDC-E147-AA87-D165BC0649BA}" dt="2025-08-30T02:37:44.950" v="266" actId="1076"/>
          <ac:spMkLst>
            <pc:docMk/>
            <pc:sldMk cId="1486857538" sldId="270"/>
            <ac:spMk id="8" creationId="{5FF724AE-E68A-B6A3-4DED-EC734525AA0E}"/>
          </ac:spMkLst>
        </pc:spChg>
        <pc:spChg chg="mod">
          <ac:chgData name="Nadimpalli,Rohit" userId="10aa737c-f342-4544-8577-7d5ffa6f105e" providerId="ADAL" clId="{718E4B09-DCDC-E147-AA87-D165BC0649BA}" dt="2025-08-30T02:30:35.950" v="210"/>
          <ac:spMkLst>
            <pc:docMk/>
            <pc:sldMk cId="1486857538" sldId="270"/>
            <ac:spMk id="10" creationId="{665EB8F3-C5AD-BC7E-7FA1-0B4FB497F681}"/>
          </ac:spMkLst>
        </pc:spChg>
        <pc:spChg chg="mod">
          <ac:chgData name="Nadimpalli,Rohit" userId="10aa737c-f342-4544-8577-7d5ffa6f105e" providerId="ADAL" clId="{718E4B09-DCDC-E147-AA87-D165BC0649BA}" dt="2025-08-30T02:30:35.950" v="210"/>
          <ac:spMkLst>
            <pc:docMk/>
            <pc:sldMk cId="1486857538" sldId="270"/>
            <ac:spMk id="13" creationId="{3F4784C0-5DDA-0FA6-0C00-14D6F1F1BC06}"/>
          </ac:spMkLst>
        </pc:spChg>
        <pc:spChg chg="mod">
          <ac:chgData name="Nadimpalli,Rohit" userId="10aa737c-f342-4544-8577-7d5ffa6f105e" providerId="ADAL" clId="{718E4B09-DCDC-E147-AA87-D165BC0649BA}" dt="2025-08-30T02:30:35.950" v="210"/>
          <ac:spMkLst>
            <pc:docMk/>
            <pc:sldMk cId="1486857538" sldId="270"/>
            <ac:spMk id="14" creationId="{AAD40BD0-7A60-AB84-1C1F-B39055E2A174}"/>
          </ac:spMkLst>
        </pc:spChg>
        <pc:spChg chg="mod">
          <ac:chgData name="Nadimpalli,Rohit" userId="10aa737c-f342-4544-8577-7d5ffa6f105e" providerId="ADAL" clId="{718E4B09-DCDC-E147-AA87-D165BC0649BA}" dt="2025-08-30T02:30:35.950" v="210"/>
          <ac:spMkLst>
            <pc:docMk/>
            <pc:sldMk cId="1486857538" sldId="270"/>
            <ac:spMk id="15" creationId="{BE99C0CD-EA53-AD87-C182-A1CF94AAAC7F}"/>
          </ac:spMkLst>
        </pc:spChg>
        <pc:spChg chg="del">
          <ac:chgData name="Nadimpalli,Rohit" userId="10aa737c-f342-4544-8577-7d5ffa6f105e" providerId="ADAL" clId="{718E4B09-DCDC-E147-AA87-D165BC0649BA}" dt="2025-08-30T02:23:30.794" v="119" actId="478"/>
          <ac:spMkLst>
            <pc:docMk/>
            <pc:sldMk cId="1486857538" sldId="270"/>
            <ac:spMk id="16" creationId="{C1330A5A-620C-DB50-EB6F-F074CF629469}"/>
          </ac:spMkLst>
        </pc:spChg>
        <pc:spChg chg="mod">
          <ac:chgData name="Nadimpalli,Rohit" userId="10aa737c-f342-4544-8577-7d5ffa6f105e" providerId="ADAL" clId="{718E4B09-DCDC-E147-AA87-D165BC0649BA}" dt="2025-08-30T02:30:35.950" v="210"/>
          <ac:spMkLst>
            <pc:docMk/>
            <pc:sldMk cId="1486857538" sldId="270"/>
            <ac:spMk id="17" creationId="{0AB37F79-5803-5FFF-4CBD-9A8DBAFE0C6D}"/>
          </ac:spMkLst>
        </pc:spChg>
        <pc:spChg chg="add mod">
          <ac:chgData name="Nadimpalli,Rohit" userId="10aa737c-f342-4544-8577-7d5ffa6f105e" providerId="ADAL" clId="{718E4B09-DCDC-E147-AA87-D165BC0649BA}" dt="2025-08-30T02:37:40.987" v="265" actId="1076"/>
          <ac:spMkLst>
            <pc:docMk/>
            <pc:sldMk cId="1486857538" sldId="270"/>
            <ac:spMk id="18" creationId="{737492BE-3907-9D04-7688-F81CE284C9CC}"/>
          </ac:spMkLst>
        </pc:spChg>
        <pc:spChg chg="add mod">
          <ac:chgData name="Nadimpalli,Rohit" userId="10aa737c-f342-4544-8577-7d5ffa6f105e" providerId="ADAL" clId="{718E4B09-DCDC-E147-AA87-D165BC0649BA}" dt="2025-08-30T02:37:51.252" v="267" actId="1076"/>
          <ac:spMkLst>
            <pc:docMk/>
            <pc:sldMk cId="1486857538" sldId="270"/>
            <ac:spMk id="20" creationId="{3C337A87-1382-288A-CDB1-AC03DCE64164}"/>
          </ac:spMkLst>
        </pc:spChg>
        <pc:spChg chg="del">
          <ac:chgData name="Nadimpalli,Rohit" userId="10aa737c-f342-4544-8577-7d5ffa6f105e" providerId="ADAL" clId="{718E4B09-DCDC-E147-AA87-D165BC0649BA}" dt="2025-08-30T02:23:37.102" v="121" actId="478"/>
          <ac:spMkLst>
            <pc:docMk/>
            <pc:sldMk cId="1486857538" sldId="270"/>
            <ac:spMk id="21" creationId="{DA8F1C77-575B-C46F-DDC9-370196C80C9C}"/>
          </ac:spMkLst>
        </pc:spChg>
        <pc:spChg chg="add mod">
          <ac:chgData name="Nadimpalli,Rohit" userId="10aa737c-f342-4544-8577-7d5ffa6f105e" providerId="ADAL" clId="{718E4B09-DCDC-E147-AA87-D165BC0649BA}" dt="2025-08-30T02:35:15.182" v="251" actId="1076"/>
          <ac:spMkLst>
            <pc:docMk/>
            <pc:sldMk cId="1486857538" sldId="270"/>
            <ac:spMk id="22" creationId="{D4B129C8-7A04-7DF4-EDC8-E07B315B44E5}"/>
          </ac:spMkLst>
        </pc:spChg>
        <pc:spChg chg="add mod">
          <ac:chgData name="Nadimpalli,Rohit" userId="10aa737c-f342-4544-8577-7d5ffa6f105e" providerId="ADAL" clId="{718E4B09-DCDC-E147-AA87-D165BC0649BA}" dt="2025-08-30T02:35:04.209" v="250" actId="1076"/>
          <ac:spMkLst>
            <pc:docMk/>
            <pc:sldMk cId="1486857538" sldId="270"/>
            <ac:spMk id="23" creationId="{57EF61FD-8CD2-2292-B989-63F787DCDB56}"/>
          </ac:spMkLst>
        </pc:spChg>
        <pc:spChg chg="add mod">
          <ac:chgData name="Nadimpalli,Rohit" userId="10aa737c-f342-4544-8577-7d5ffa6f105e" providerId="ADAL" clId="{718E4B09-DCDC-E147-AA87-D165BC0649BA}" dt="2025-08-30T02:35:38.593" v="259" actId="1076"/>
          <ac:spMkLst>
            <pc:docMk/>
            <pc:sldMk cId="1486857538" sldId="270"/>
            <ac:spMk id="25" creationId="{DAE1EC8C-14E8-5413-23BC-EDDD080F6423}"/>
          </ac:spMkLst>
        </pc:spChg>
        <pc:grpChg chg="add mod">
          <ac:chgData name="Nadimpalli,Rohit" userId="10aa737c-f342-4544-8577-7d5ffa6f105e" providerId="ADAL" clId="{718E4B09-DCDC-E147-AA87-D165BC0649BA}" dt="2025-08-30T02:30:46.650" v="214" actId="1076"/>
          <ac:grpSpMkLst>
            <pc:docMk/>
            <pc:sldMk cId="1486857538" sldId="270"/>
            <ac:grpSpMk id="9" creationId="{0CFC548A-527C-F694-758B-C631CF377A91}"/>
          </ac:grpSpMkLst>
        </pc:grpChg>
        <pc:grpChg chg="mod">
          <ac:chgData name="Nadimpalli,Rohit" userId="10aa737c-f342-4544-8577-7d5ffa6f105e" providerId="ADAL" clId="{718E4B09-DCDC-E147-AA87-D165BC0649BA}" dt="2025-08-30T02:30:35.950" v="210"/>
          <ac:grpSpMkLst>
            <pc:docMk/>
            <pc:sldMk cId="1486857538" sldId="270"/>
            <ac:grpSpMk id="11" creationId="{73CBDA51-A0BA-93BC-8671-04CA004D60B6}"/>
          </ac:grpSpMkLst>
        </pc:grpChg>
        <pc:grpChg chg="mod">
          <ac:chgData name="Nadimpalli,Rohit" userId="10aa737c-f342-4544-8577-7d5ffa6f105e" providerId="ADAL" clId="{718E4B09-DCDC-E147-AA87-D165BC0649BA}" dt="2025-08-30T02:30:35.950" v="210"/>
          <ac:grpSpMkLst>
            <pc:docMk/>
            <pc:sldMk cId="1486857538" sldId="270"/>
            <ac:grpSpMk id="12" creationId="{C1A6FB03-FCF5-6E38-8E42-F4A1B4A8D6A0}"/>
          </ac:grpSpMkLst>
        </pc:grpChg>
      </pc:sldChg>
      <pc:sldChg chg="add del setBg">
        <pc:chgData name="Nadimpalli,Rohit" userId="10aa737c-f342-4544-8577-7d5ffa6f105e" providerId="ADAL" clId="{718E4B09-DCDC-E147-AA87-D165BC0649BA}" dt="2025-08-30T02:23:16.970" v="116"/>
        <pc:sldMkLst>
          <pc:docMk/>
          <pc:sldMk cId="1721802229" sldId="270"/>
        </pc:sldMkLst>
      </pc:sldChg>
      <pc:sldChg chg="new del">
        <pc:chgData name="Nadimpalli,Rohit" userId="10aa737c-f342-4544-8577-7d5ffa6f105e" providerId="ADAL" clId="{718E4B09-DCDC-E147-AA87-D165BC0649BA}" dt="2025-08-30T02:15:18.268" v="70" actId="2696"/>
        <pc:sldMkLst>
          <pc:docMk/>
          <pc:sldMk cId="2191267132" sldId="270"/>
        </pc:sldMkLst>
      </pc:sldChg>
      <pc:sldChg chg="add del setBg">
        <pc:chgData name="Nadimpalli,Rohit" userId="10aa737c-f342-4544-8577-7d5ffa6f105e" providerId="ADAL" clId="{718E4B09-DCDC-E147-AA87-D165BC0649BA}" dt="2025-08-30T02:23:53.895" v="125"/>
        <pc:sldMkLst>
          <pc:docMk/>
          <pc:sldMk cId="2197334694" sldId="271"/>
        </pc:sldMkLst>
      </pc:sldChg>
      <pc:sldChg chg="addSp delSp modSp add mod">
        <pc:chgData name="Nadimpalli,Rohit" userId="10aa737c-f342-4544-8577-7d5ffa6f105e" providerId="ADAL" clId="{718E4B09-DCDC-E147-AA87-D165BC0649BA}" dt="2025-08-30T03:32:10.222" v="852" actId="478"/>
        <pc:sldMkLst>
          <pc:docMk/>
          <pc:sldMk cId="3505847952" sldId="271"/>
        </pc:sldMkLst>
        <pc:spChg chg="mod">
          <ac:chgData name="Nadimpalli,Rohit" userId="10aa737c-f342-4544-8577-7d5ffa6f105e" providerId="ADAL" clId="{718E4B09-DCDC-E147-AA87-D165BC0649BA}" dt="2025-08-30T03:22:34.786" v="688" actId="20577"/>
          <ac:spMkLst>
            <pc:docMk/>
            <pc:sldMk cId="3505847952" sldId="271"/>
            <ac:spMk id="2" creationId="{DDFEC287-5E82-2D09-AF71-2FB7482CA339}"/>
          </ac:spMkLst>
        </pc:spChg>
        <pc:spChg chg="mod">
          <ac:chgData name="Nadimpalli,Rohit" userId="10aa737c-f342-4544-8577-7d5ffa6f105e" providerId="ADAL" clId="{718E4B09-DCDC-E147-AA87-D165BC0649BA}" dt="2025-08-30T03:22:52.603" v="691" actId="20577"/>
          <ac:spMkLst>
            <pc:docMk/>
            <pc:sldMk cId="3505847952" sldId="271"/>
            <ac:spMk id="3" creationId="{4AF04E66-D3AD-2425-D86C-991D1A3863F4}"/>
          </ac:spMkLst>
        </pc:spChg>
        <pc:spChg chg="mod">
          <ac:chgData name="Nadimpalli,Rohit" userId="10aa737c-f342-4544-8577-7d5ffa6f105e" providerId="ADAL" clId="{718E4B09-DCDC-E147-AA87-D165BC0649BA}" dt="2025-08-30T03:22:27.023" v="686" actId="20577"/>
          <ac:spMkLst>
            <pc:docMk/>
            <pc:sldMk cId="3505847952" sldId="271"/>
            <ac:spMk id="4" creationId="{A79DE2B1-94CB-D202-E371-F9BFC6F34B2E}"/>
          </ac:spMkLst>
        </pc:spChg>
        <pc:spChg chg="mod">
          <ac:chgData name="Nadimpalli,Rohit" userId="10aa737c-f342-4544-8577-7d5ffa6f105e" providerId="ADAL" clId="{718E4B09-DCDC-E147-AA87-D165BC0649BA}" dt="2025-08-30T03:23:07.424" v="694" actId="14100"/>
          <ac:spMkLst>
            <pc:docMk/>
            <pc:sldMk cId="3505847952" sldId="271"/>
            <ac:spMk id="5" creationId="{01D72111-F9ED-102F-755D-9A6BC81D4AE2}"/>
          </ac:spMkLst>
        </pc:spChg>
        <pc:spChg chg="mod">
          <ac:chgData name="Nadimpalli,Rohit" userId="10aa737c-f342-4544-8577-7d5ffa6f105e" providerId="ADAL" clId="{718E4B09-DCDC-E147-AA87-D165BC0649BA}" dt="2025-08-30T03:18:48.397" v="672" actId="207"/>
          <ac:spMkLst>
            <pc:docMk/>
            <pc:sldMk cId="3505847952" sldId="271"/>
            <ac:spMk id="6" creationId="{D2FE19F5-FC16-6997-E662-0C2FCFA7287C}"/>
          </ac:spMkLst>
        </pc:spChg>
        <pc:spChg chg="add mod">
          <ac:chgData name="Nadimpalli,Rohit" userId="10aa737c-f342-4544-8577-7d5ffa6f105e" providerId="ADAL" clId="{718E4B09-DCDC-E147-AA87-D165BC0649BA}" dt="2025-08-30T03:28:25.178" v="846" actId="1076"/>
          <ac:spMkLst>
            <pc:docMk/>
            <pc:sldMk cId="3505847952" sldId="271"/>
            <ac:spMk id="14" creationId="{D100D2C2-B90A-ABF2-1C60-9B53DAA9943F}"/>
          </ac:spMkLst>
        </pc:spChg>
        <pc:spChg chg="del mod">
          <ac:chgData name="Nadimpalli,Rohit" userId="10aa737c-f342-4544-8577-7d5ffa6f105e" providerId="ADAL" clId="{718E4B09-DCDC-E147-AA87-D165BC0649BA}" dt="2025-08-30T03:32:10.222" v="852" actId="478"/>
          <ac:spMkLst>
            <pc:docMk/>
            <pc:sldMk cId="3505847952" sldId="271"/>
            <ac:spMk id="19" creationId="{5450D649-AD14-9BB2-DFB7-E06A8154EFE1}"/>
          </ac:spMkLst>
        </pc:spChg>
        <pc:picChg chg="add mod">
          <ac:chgData name="Nadimpalli,Rohit" userId="10aa737c-f342-4544-8577-7d5ffa6f105e" providerId="ADAL" clId="{718E4B09-DCDC-E147-AA87-D165BC0649BA}" dt="2025-08-30T03:24:14.981" v="704" actId="1076"/>
          <ac:picMkLst>
            <pc:docMk/>
            <pc:sldMk cId="3505847952" sldId="271"/>
            <ac:picMk id="9" creationId="{4996C381-81B0-BB01-4CBE-A01AE1344B06}"/>
          </ac:picMkLst>
        </pc:picChg>
        <pc:cxnChg chg="add mod">
          <ac:chgData name="Nadimpalli,Rohit" userId="10aa737c-f342-4544-8577-7d5ffa6f105e" providerId="ADAL" clId="{718E4B09-DCDC-E147-AA87-D165BC0649BA}" dt="2025-08-30T03:23:43.057" v="698" actId="14100"/>
          <ac:cxnSpMkLst>
            <pc:docMk/>
            <pc:sldMk cId="3505847952" sldId="271"/>
            <ac:cxnSpMk id="10" creationId="{644A2F32-CE38-EBDE-D545-0D168DD775B9}"/>
          </ac:cxnSpMkLst>
        </pc:cxnChg>
        <pc:cxnChg chg="add mod">
          <ac:chgData name="Nadimpalli,Rohit" userId="10aa737c-f342-4544-8577-7d5ffa6f105e" providerId="ADAL" clId="{718E4B09-DCDC-E147-AA87-D165BC0649BA}" dt="2025-08-30T03:24:02.002" v="701" actId="1076"/>
          <ac:cxnSpMkLst>
            <pc:docMk/>
            <pc:sldMk cId="3505847952" sldId="271"/>
            <ac:cxnSpMk id="12" creationId="{CFBE6E65-1A8E-0FCF-94FB-FAE35812323B}"/>
          </ac:cxnSpMkLst>
        </pc:cxnChg>
      </pc:sldChg>
      <pc:sldChg chg="addSp delSp modSp mod">
        <pc:chgData name="Nadimpalli,Rohit" userId="10aa737c-f342-4544-8577-7d5ffa6f105e" providerId="ADAL" clId="{718E4B09-DCDC-E147-AA87-D165BC0649BA}" dt="2025-08-30T03:04:02.852" v="553" actId="20577"/>
        <pc:sldMkLst>
          <pc:docMk/>
          <pc:sldMk cId="233308011" sldId="272"/>
        </pc:sldMkLst>
        <pc:spChg chg="mod">
          <ac:chgData name="Nadimpalli,Rohit" userId="10aa737c-f342-4544-8577-7d5ffa6f105e" providerId="ADAL" clId="{718E4B09-DCDC-E147-AA87-D165BC0649BA}" dt="2025-08-30T03:00:50.857" v="489" actId="14100"/>
          <ac:spMkLst>
            <pc:docMk/>
            <pc:sldMk cId="233308011" sldId="272"/>
            <ac:spMk id="2" creationId="{441AAB32-53BD-8916-1370-40442BEC84AA}"/>
          </ac:spMkLst>
        </pc:spChg>
        <pc:spChg chg="mod">
          <ac:chgData name="Nadimpalli,Rohit" userId="10aa737c-f342-4544-8577-7d5ffa6f105e" providerId="ADAL" clId="{718E4B09-DCDC-E147-AA87-D165BC0649BA}" dt="2025-08-30T03:00:55.459" v="490" actId="14100"/>
          <ac:spMkLst>
            <pc:docMk/>
            <pc:sldMk cId="233308011" sldId="272"/>
            <ac:spMk id="3" creationId="{1F67D145-8494-2C2C-44E1-79F444341241}"/>
          </ac:spMkLst>
        </pc:spChg>
        <pc:spChg chg="mod">
          <ac:chgData name="Nadimpalli,Rohit" userId="10aa737c-f342-4544-8577-7d5ffa6f105e" providerId="ADAL" clId="{718E4B09-DCDC-E147-AA87-D165BC0649BA}" dt="2025-08-30T03:01:01.167" v="492" actId="1076"/>
          <ac:spMkLst>
            <pc:docMk/>
            <pc:sldMk cId="233308011" sldId="272"/>
            <ac:spMk id="4" creationId="{DD2E64A5-5691-F9DA-C58E-1A4D5A516696}"/>
          </ac:spMkLst>
        </pc:spChg>
        <pc:spChg chg="mod">
          <ac:chgData name="Nadimpalli,Rohit" userId="10aa737c-f342-4544-8577-7d5ffa6f105e" providerId="ADAL" clId="{718E4B09-DCDC-E147-AA87-D165BC0649BA}" dt="2025-08-30T03:01:14.796" v="496" actId="14100"/>
          <ac:spMkLst>
            <pc:docMk/>
            <pc:sldMk cId="233308011" sldId="272"/>
            <ac:spMk id="5" creationId="{CB31DE68-9736-AF88-0D82-54F8977970D0}"/>
          </ac:spMkLst>
        </pc:spChg>
        <pc:spChg chg="mod">
          <ac:chgData name="Nadimpalli,Rohit" userId="10aa737c-f342-4544-8577-7d5ffa6f105e" providerId="ADAL" clId="{718E4B09-DCDC-E147-AA87-D165BC0649BA}" dt="2025-08-30T03:01:07.450" v="494" actId="14100"/>
          <ac:spMkLst>
            <pc:docMk/>
            <pc:sldMk cId="233308011" sldId="272"/>
            <ac:spMk id="6" creationId="{78FDBEC4-EF30-E29E-EB35-2DE917FCF0B5}"/>
          </ac:spMkLst>
        </pc:spChg>
        <pc:spChg chg="mod">
          <ac:chgData name="Nadimpalli,Rohit" userId="10aa737c-f342-4544-8577-7d5ffa6f105e" providerId="ADAL" clId="{718E4B09-DCDC-E147-AA87-D165BC0649BA}" dt="2025-08-30T03:01:39.264" v="506" actId="207"/>
          <ac:spMkLst>
            <pc:docMk/>
            <pc:sldMk cId="233308011" sldId="272"/>
            <ac:spMk id="7" creationId="{DA4F5D32-2F4C-C2DF-69FA-819A4E52EFDE}"/>
          </ac:spMkLst>
        </pc:spChg>
        <pc:spChg chg="add del mod">
          <ac:chgData name="Nadimpalli,Rohit" userId="10aa737c-f342-4544-8577-7d5ffa6f105e" providerId="ADAL" clId="{718E4B09-DCDC-E147-AA87-D165BC0649BA}" dt="2025-08-30T03:02:01.433" v="508" actId="478"/>
          <ac:spMkLst>
            <pc:docMk/>
            <pc:sldMk cId="233308011" sldId="272"/>
            <ac:spMk id="8" creationId="{7F213D80-F42B-B34D-6CDC-B6B3F588D49F}"/>
          </ac:spMkLst>
        </pc:spChg>
        <pc:spChg chg="add mod">
          <ac:chgData name="Nadimpalli,Rohit" userId="10aa737c-f342-4544-8577-7d5ffa6f105e" providerId="ADAL" clId="{718E4B09-DCDC-E147-AA87-D165BC0649BA}" dt="2025-08-30T03:02:31.887" v="522" actId="1076"/>
          <ac:spMkLst>
            <pc:docMk/>
            <pc:sldMk cId="233308011" sldId="272"/>
            <ac:spMk id="9" creationId="{72BC1B25-18CF-B153-D540-A7BE0D64D62E}"/>
          </ac:spMkLst>
        </pc:spChg>
        <pc:spChg chg="add del mod">
          <ac:chgData name="Nadimpalli,Rohit" userId="10aa737c-f342-4544-8577-7d5ffa6f105e" providerId="ADAL" clId="{718E4B09-DCDC-E147-AA87-D165BC0649BA}" dt="2025-08-30T03:02:19.295" v="517" actId="478"/>
          <ac:spMkLst>
            <pc:docMk/>
            <pc:sldMk cId="233308011" sldId="272"/>
            <ac:spMk id="10" creationId="{4FAD13C4-BFEF-1170-0AD2-2D560CFAA4A7}"/>
          </ac:spMkLst>
        </pc:spChg>
        <pc:spChg chg="add del mod">
          <ac:chgData name="Nadimpalli,Rohit" userId="10aa737c-f342-4544-8577-7d5ffa6f105e" providerId="ADAL" clId="{718E4B09-DCDC-E147-AA87-D165BC0649BA}" dt="2025-08-30T03:02:20.628" v="518" actId="478"/>
          <ac:spMkLst>
            <pc:docMk/>
            <pc:sldMk cId="233308011" sldId="272"/>
            <ac:spMk id="11" creationId="{E0306BFC-1A67-74DA-FC6B-4FFD903F2285}"/>
          </ac:spMkLst>
        </pc:spChg>
        <pc:spChg chg="add del mod">
          <ac:chgData name="Nadimpalli,Rohit" userId="10aa737c-f342-4544-8577-7d5ffa6f105e" providerId="ADAL" clId="{718E4B09-DCDC-E147-AA87-D165BC0649BA}" dt="2025-08-30T03:02:21.745" v="519" actId="478"/>
          <ac:spMkLst>
            <pc:docMk/>
            <pc:sldMk cId="233308011" sldId="272"/>
            <ac:spMk id="12" creationId="{152EB323-B773-4C5C-3418-DF4C3DE3B898}"/>
          </ac:spMkLst>
        </pc:spChg>
        <pc:spChg chg="add del mod">
          <ac:chgData name="Nadimpalli,Rohit" userId="10aa737c-f342-4544-8577-7d5ffa6f105e" providerId="ADAL" clId="{718E4B09-DCDC-E147-AA87-D165BC0649BA}" dt="2025-08-30T03:02:22.850" v="520" actId="478"/>
          <ac:spMkLst>
            <pc:docMk/>
            <pc:sldMk cId="233308011" sldId="272"/>
            <ac:spMk id="13" creationId="{1960BB3B-7781-0B33-E6DF-C3BCE4C0641C}"/>
          </ac:spMkLst>
        </pc:spChg>
        <pc:spChg chg="add mod">
          <ac:chgData name="Nadimpalli,Rohit" userId="10aa737c-f342-4544-8577-7d5ffa6f105e" providerId="ADAL" clId="{718E4B09-DCDC-E147-AA87-D165BC0649BA}" dt="2025-08-30T03:02:54.154" v="528" actId="1076"/>
          <ac:spMkLst>
            <pc:docMk/>
            <pc:sldMk cId="233308011" sldId="272"/>
            <ac:spMk id="14" creationId="{AEEDFEBF-DFEE-F851-D372-3AE0CA6B9ACE}"/>
          </ac:spMkLst>
        </pc:spChg>
        <pc:spChg chg="add mod">
          <ac:chgData name="Nadimpalli,Rohit" userId="10aa737c-f342-4544-8577-7d5ffa6f105e" providerId="ADAL" clId="{718E4B09-DCDC-E147-AA87-D165BC0649BA}" dt="2025-08-30T03:02:48.629" v="527" actId="1076"/>
          <ac:spMkLst>
            <pc:docMk/>
            <pc:sldMk cId="233308011" sldId="272"/>
            <ac:spMk id="15" creationId="{BC0C1F51-7BE0-7AF4-F081-A7F449D613ED}"/>
          </ac:spMkLst>
        </pc:spChg>
        <pc:spChg chg="add mod">
          <ac:chgData name="Nadimpalli,Rohit" userId="10aa737c-f342-4544-8577-7d5ffa6f105e" providerId="ADAL" clId="{718E4B09-DCDC-E147-AA87-D165BC0649BA}" dt="2025-08-30T03:02:40.380" v="526" actId="1076"/>
          <ac:spMkLst>
            <pc:docMk/>
            <pc:sldMk cId="233308011" sldId="272"/>
            <ac:spMk id="16" creationId="{114316EB-4B6D-AC80-DC75-079285F488A9}"/>
          </ac:spMkLst>
        </pc:spChg>
        <pc:spChg chg="add mod">
          <ac:chgData name="Nadimpalli,Rohit" userId="10aa737c-f342-4544-8577-7d5ffa6f105e" providerId="ADAL" clId="{718E4B09-DCDC-E147-AA87-D165BC0649BA}" dt="2025-08-30T03:03:00.805" v="530" actId="1076"/>
          <ac:spMkLst>
            <pc:docMk/>
            <pc:sldMk cId="233308011" sldId="272"/>
            <ac:spMk id="17" creationId="{D22CCB3B-05EB-5C41-6CB8-C3D234E8A680}"/>
          </ac:spMkLst>
        </pc:spChg>
        <pc:spChg chg="add mod">
          <ac:chgData name="Nadimpalli,Rohit" userId="10aa737c-f342-4544-8577-7d5ffa6f105e" providerId="ADAL" clId="{718E4B09-DCDC-E147-AA87-D165BC0649BA}" dt="2025-08-30T03:03:19.475" v="537" actId="404"/>
          <ac:spMkLst>
            <pc:docMk/>
            <pc:sldMk cId="233308011" sldId="272"/>
            <ac:spMk id="18" creationId="{27DB6740-C619-D5CE-5E8B-2FADF7D7016A}"/>
          </ac:spMkLst>
        </pc:spChg>
        <pc:spChg chg="mod">
          <ac:chgData name="Nadimpalli,Rohit" userId="10aa737c-f342-4544-8577-7d5ffa6f105e" providerId="ADAL" clId="{718E4B09-DCDC-E147-AA87-D165BC0649BA}" dt="2025-08-30T02:59:39.177" v="480" actId="255"/>
          <ac:spMkLst>
            <pc:docMk/>
            <pc:sldMk cId="233308011" sldId="272"/>
            <ac:spMk id="19" creationId="{1F38BE38-1D15-B317-64FA-648ED92FFC97}"/>
          </ac:spMkLst>
        </pc:spChg>
        <pc:spChg chg="add mod">
          <ac:chgData name="Nadimpalli,Rohit" userId="10aa737c-f342-4544-8577-7d5ffa6f105e" providerId="ADAL" clId="{718E4B09-DCDC-E147-AA87-D165BC0649BA}" dt="2025-08-30T03:03:53.461" v="547" actId="20577"/>
          <ac:spMkLst>
            <pc:docMk/>
            <pc:sldMk cId="233308011" sldId="272"/>
            <ac:spMk id="20" creationId="{C9F58F00-0A4F-012B-BC97-162FC71A3AB0}"/>
          </ac:spMkLst>
        </pc:spChg>
        <pc:spChg chg="add mod">
          <ac:chgData name="Nadimpalli,Rohit" userId="10aa737c-f342-4544-8577-7d5ffa6f105e" providerId="ADAL" clId="{718E4B09-DCDC-E147-AA87-D165BC0649BA}" dt="2025-08-30T03:03:56.439" v="549" actId="20577"/>
          <ac:spMkLst>
            <pc:docMk/>
            <pc:sldMk cId="233308011" sldId="272"/>
            <ac:spMk id="21" creationId="{2D3904AC-315A-2B43-53AB-9168F3C99D38}"/>
          </ac:spMkLst>
        </pc:spChg>
        <pc:spChg chg="add mod">
          <ac:chgData name="Nadimpalli,Rohit" userId="10aa737c-f342-4544-8577-7d5ffa6f105e" providerId="ADAL" clId="{718E4B09-DCDC-E147-AA87-D165BC0649BA}" dt="2025-08-30T03:03:58.547" v="551" actId="20577"/>
          <ac:spMkLst>
            <pc:docMk/>
            <pc:sldMk cId="233308011" sldId="272"/>
            <ac:spMk id="22" creationId="{05CD95FD-9AA5-B34A-724E-4C47CA68649A}"/>
          </ac:spMkLst>
        </pc:spChg>
        <pc:spChg chg="add mod">
          <ac:chgData name="Nadimpalli,Rohit" userId="10aa737c-f342-4544-8577-7d5ffa6f105e" providerId="ADAL" clId="{718E4B09-DCDC-E147-AA87-D165BC0649BA}" dt="2025-08-30T03:04:02.852" v="553" actId="20577"/>
          <ac:spMkLst>
            <pc:docMk/>
            <pc:sldMk cId="233308011" sldId="272"/>
            <ac:spMk id="23" creationId="{3A37914A-22F0-CC21-8CC7-83DF0DF1AABE}"/>
          </ac:spMkLst>
        </pc:spChg>
      </pc:sldChg>
      <pc:sldChg chg="addSp delSp modSp mod">
        <pc:chgData name="Nadimpalli,Rohit" userId="10aa737c-f342-4544-8577-7d5ffa6f105e" providerId="ADAL" clId="{718E4B09-DCDC-E147-AA87-D165BC0649BA}" dt="2025-08-30T03:13:23.616" v="640" actId="1076"/>
        <pc:sldMkLst>
          <pc:docMk/>
          <pc:sldMk cId="3724695864" sldId="273"/>
        </pc:sldMkLst>
        <pc:spChg chg="del mod">
          <ac:chgData name="Nadimpalli,Rohit" userId="10aa737c-f342-4544-8577-7d5ffa6f105e" providerId="ADAL" clId="{718E4B09-DCDC-E147-AA87-D165BC0649BA}" dt="2025-08-30T03:11:15.623" v="616" actId="478"/>
          <ac:spMkLst>
            <pc:docMk/>
            <pc:sldMk cId="3724695864" sldId="273"/>
            <ac:spMk id="2" creationId="{EFDE3991-CB3F-3123-6076-19302186EA6D}"/>
          </ac:spMkLst>
        </pc:spChg>
        <pc:spChg chg="del mod">
          <ac:chgData name="Nadimpalli,Rohit" userId="10aa737c-f342-4544-8577-7d5ffa6f105e" providerId="ADAL" clId="{718E4B09-DCDC-E147-AA87-D165BC0649BA}" dt="2025-08-30T03:12:20.417" v="632" actId="478"/>
          <ac:spMkLst>
            <pc:docMk/>
            <pc:sldMk cId="3724695864" sldId="273"/>
            <ac:spMk id="3" creationId="{0EBF5F88-A607-98B5-A4C5-84111E59DD5D}"/>
          </ac:spMkLst>
        </pc:spChg>
        <pc:spChg chg="del mod">
          <ac:chgData name="Nadimpalli,Rohit" userId="10aa737c-f342-4544-8577-7d5ffa6f105e" providerId="ADAL" clId="{718E4B09-DCDC-E147-AA87-D165BC0649BA}" dt="2025-08-30T03:11:46.372" v="622" actId="478"/>
          <ac:spMkLst>
            <pc:docMk/>
            <pc:sldMk cId="3724695864" sldId="273"/>
            <ac:spMk id="4" creationId="{4D2A5B08-56B0-8060-81FE-089C30CEF166}"/>
          </ac:spMkLst>
        </pc:spChg>
        <pc:spChg chg="del mod">
          <ac:chgData name="Nadimpalli,Rohit" userId="10aa737c-f342-4544-8577-7d5ffa6f105e" providerId="ADAL" clId="{718E4B09-DCDC-E147-AA87-D165BC0649BA}" dt="2025-08-30T03:08:54.183" v="594" actId="478"/>
          <ac:spMkLst>
            <pc:docMk/>
            <pc:sldMk cId="3724695864" sldId="273"/>
            <ac:spMk id="5" creationId="{F4455061-1E56-9A6B-41C1-6DA8648C7557}"/>
          </ac:spMkLst>
        </pc:spChg>
        <pc:spChg chg="mod">
          <ac:chgData name="Nadimpalli,Rohit" userId="10aa737c-f342-4544-8577-7d5ffa6f105e" providerId="ADAL" clId="{718E4B09-DCDC-E147-AA87-D165BC0649BA}" dt="2025-08-30T02:52:34.743" v="426" actId="207"/>
          <ac:spMkLst>
            <pc:docMk/>
            <pc:sldMk cId="3724695864" sldId="273"/>
            <ac:spMk id="6" creationId="{D977BB53-7A4E-5967-AC03-97FFA45CCD2F}"/>
          </ac:spMkLst>
        </pc:spChg>
        <pc:spChg chg="add mod">
          <ac:chgData name="Nadimpalli,Rohit" userId="10aa737c-f342-4544-8577-7d5ffa6f105e" providerId="ADAL" clId="{718E4B09-DCDC-E147-AA87-D165BC0649BA}" dt="2025-08-30T02:54:16.068" v="435"/>
          <ac:spMkLst>
            <pc:docMk/>
            <pc:sldMk cId="3724695864" sldId="273"/>
            <ac:spMk id="7" creationId="{2299A7F0-D4B6-D8D9-AAFC-F0C53D095158}"/>
          </ac:spMkLst>
        </pc:spChg>
        <pc:spChg chg="add mod">
          <ac:chgData name="Nadimpalli,Rohit" userId="10aa737c-f342-4544-8577-7d5ffa6f105e" providerId="ADAL" clId="{718E4B09-DCDC-E147-AA87-D165BC0649BA}" dt="2025-08-30T02:57:27.018" v="466" actId="1076"/>
          <ac:spMkLst>
            <pc:docMk/>
            <pc:sldMk cId="3724695864" sldId="273"/>
            <ac:spMk id="8" creationId="{EC0FFCFB-7857-6D3C-D6C0-BC29CEE408C0}"/>
          </ac:spMkLst>
        </pc:spChg>
        <pc:spChg chg="add mod">
          <ac:chgData name="Nadimpalli,Rohit" userId="10aa737c-f342-4544-8577-7d5ffa6f105e" providerId="ADAL" clId="{718E4B09-DCDC-E147-AA87-D165BC0649BA}" dt="2025-08-30T02:57:33.586" v="467" actId="14100"/>
          <ac:spMkLst>
            <pc:docMk/>
            <pc:sldMk cId="3724695864" sldId="273"/>
            <ac:spMk id="9" creationId="{ED0775F0-6DA5-E9C6-C715-342B520E17C5}"/>
          </ac:spMkLst>
        </pc:spChg>
        <pc:spChg chg="add mod">
          <ac:chgData name="Nadimpalli,Rohit" userId="10aa737c-f342-4544-8577-7d5ffa6f105e" providerId="ADAL" clId="{718E4B09-DCDC-E147-AA87-D165BC0649BA}" dt="2025-08-30T02:55:59.640" v="453" actId="167"/>
          <ac:spMkLst>
            <pc:docMk/>
            <pc:sldMk cId="3724695864" sldId="273"/>
            <ac:spMk id="10" creationId="{CC694A8E-AE3E-6E2F-D646-D8013633CED2}"/>
          </ac:spMkLst>
        </pc:spChg>
        <pc:spChg chg="add mod">
          <ac:chgData name="Nadimpalli,Rohit" userId="10aa737c-f342-4544-8577-7d5ffa6f105e" providerId="ADAL" clId="{718E4B09-DCDC-E147-AA87-D165BC0649BA}" dt="2025-08-30T02:58:06.650" v="474" actId="1076"/>
          <ac:spMkLst>
            <pc:docMk/>
            <pc:sldMk cId="3724695864" sldId="273"/>
            <ac:spMk id="11" creationId="{ABEDCD88-DF94-7D08-8410-919EB6005D30}"/>
          </ac:spMkLst>
        </pc:spChg>
        <pc:spChg chg="add mod">
          <ac:chgData name="Nadimpalli,Rohit" userId="10aa737c-f342-4544-8577-7d5ffa6f105e" providerId="ADAL" clId="{718E4B09-DCDC-E147-AA87-D165BC0649BA}" dt="2025-08-30T03:10:09.166" v="608" actId="14100"/>
          <ac:spMkLst>
            <pc:docMk/>
            <pc:sldMk cId="3724695864" sldId="273"/>
            <ac:spMk id="12" creationId="{DFE17E70-5A86-FB07-5CAE-DA7D7D2E840A}"/>
          </ac:spMkLst>
        </pc:spChg>
        <pc:spChg chg="add mod">
          <ac:chgData name="Nadimpalli,Rohit" userId="10aa737c-f342-4544-8577-7d5ffa6f105e" providerId="ADAL" clId="{718E4B09-DCDC-E147-AA87-D165BC0649BA}" dt="2025-08-30T03:10:41.072" v="611" actId="207"/>
          <ac:spMkLst>
            <pc:docMk/>
            <pc:sldMk cId="3724695864" sldId="273"/>
            <ac:spMk id="13" creationId="{5319C316-094C-2D22-7982-325EAAC3A508}"/>
          </ac:spMkLst>
        </pc:spChg>
        <pc:spChg chg="add mod">
          <ac:chgData name="Nadimpalli,Rohit" userId="10aa737c-f342-4544-8577-7d5ffa6f105e" providerId="ADAL" clId="{718E4B09-DCDC-E147-AA87-D165BC0649BA}" dt="2025-08-30T03:11:09.107" v="615" actId="167"/>
          <ac:spMkLst>
            <pc:docMk/>
            <pc:sldMk cId="3724695864" sldId="273"/>
            <ac:spMk id="14" creationId="{415C26D3-F186-F40A-B86B-B7CB2E1B0729}"/>
          </ac:spMkLst>
        </pc:spChg>
        <pc:spChg chg="add mod">
          <ac:chgData name="Nadimpalli,Rohit" userId="10aa737c-f342-4544-8577-7d5ffa6f105e" providerId="ADAL" clId="{718E4B09-DCDC-E147-AA87-D165BC0649BA}" dt="2025-08-30T03:11:26.556" v="619" actId="20577"/>
          <ac:spMkLst>
            <pc:docMk/>
            <pc:sldMk cId="3724695864" sldId="273"/>
            <ac:spMk id="15" creationId="{7F06AB6B-1361-2471-6887-E46CE6C4B6B6}"/>
          </ac:spMkLst>
        </pc:spChg>
        <pc:spChg chg="add mod">
          <ac:chgData name="Nadimpalli,Rohit" userId="10aa737c-f342-4544-8577-7d5ffa6f105e" providerId="ADAL" clId="{718E4B09-DCDC-E147-AA87-D165BC0649BA}" dt="2025-08-30T03:11:42.447" v="621" actId="1076"/>
          <ac:spMkLst>
            <pc:docMk/>
            <pc:sldMk cId="3724695864" sldId="273"/>
            <ac:spMk id="16" creationId="{9AF6456A-E229-13FD-F585-A57AD9CB1181}"/>
          </ac:spMkLst>
        </pc:spChg>
        <pc:spChg chg="add mod">
          <ac:chgData name="Nadimpalli,Rohit" userId="10aa737c-f342-4544-8577-7d5ffa6f105e" providerId="ADAL" clId="{718E4B09-DCDC-E147-AA87-D165BC0649BA}" dt="2025-08-30T03:11:54.155" v="625" actId="20577"/>
          <ac:spMkLst>
            <pc:docMk/>
            <pc:sldMk cId="3724695864" sldId="273"/>
            <ac:spMk id="17" creationId="{0896C8F8-3369-9618-584D-54A68C5992E1}"/>
          </ac:spMkLst>
        </pc:spChg>
        <pc:spChg chg="add mod">
          <ac:chgData name="Nadimpalli,Rohit" userId="10aa737c-f342-4544-8577-7d5ffa6f105e" providerId="ADAL" clId="{718E4B09-DCDC-E147-AA87-D165BC0649BA}" dt="2025-08-30T03:12:08.232" v="628" actId="14100"/>
          <ac:spMkLst>
            <pc:docMk/>
            <pc:sldMk cId="3724695864" sldId="273"/>
            <ac:spMk id="18" creationId="{ACA6CD3F-0F4F-1222-E4E4-8818CE39A91F}"/>
          </ac:spMkLst>
        </pc:spChg>
        <pc:spChg chg="mod">
          <ac:chgData name="Nadimpalli,Rohit" userId="10aa737c-f342-4544-8577-7d5ffa6f105e" providerId="ADAL" clId="{718E4B09-DCDC-E147-AA87-D165BC0649BA}" dt="2025-08-30T03:13:05.210" v="638" actId="207"/>
          <ac:spMkLst>
            <pc:docMk/>
            <pc:sldMk cId="3724695864" sldId="273"/>
            <ac:spMk id="19" creationId="{56DB21EC-1A53-DAB4-58C3-6B8DF88934DB}"/>
          </ac:spMkLst>
        </pc:spChg>
        <pc:spChg chg="add del mod">
          <ac:chgData name="Nadimpalli,Rohit" userId="10aa737c-f342-4544-8577-7d5ffa6f105e" providerId="ADAL" clId="{718E4B09-DCDC-E147-AA87-D165BC0649BA}" dt="2025-08-30T03:12:12.902" v="630" actId="478"/>
          <ac:spMkLst>
            <pc:docMk/>
            <pc:sldMk cId="3724695864" sldId="273"/>
            <ac:spMk id="20" creationId="{F4DB36DE-8B09-6E7D-AF1B-8ECF82F5610B}"/>
          </ac:spMkLst>
        </pc:spChg>
        <pc:spChg chg="add mod">
          <ac:chgData name="Nadimpalli,Rohit" userId="10aa737c-f342-4544-8577-7d5ffa6f105e" providerId="ADAL" clId="{718E4B09-DCDC-E147-AA87-D165BC0649BA}" dt="2025-08-30T03:13:23.616" v="640" actId="1076"/>
          <ac:spMkLst>
            <pc:docMk/>
            <pc:sldMk cId="3724695864" sldId="273"/>
            <ac:spMk id="21" creationId="{50CB7574-0BF6-4323-D1A6-DEFD25530973}"/>
          </ac:spMkLst>
        </pc:spChg>
      </pc:sldChg>
      <pc:sldChg chg="addSp modSp mod">
        <pc:chgData name="Nadimpalli,Rohit" userId="10aa737c-f342-4544-8577-7d5ffa6f105e" providerId="ADAL" clId="{718E4B09-DCDC-E147-AA87-D165BC0649BA}" dt="2025-08-30T02:48:43.331" v="400" actId="207"/>
        <pc:sldMkLst>
          <pc:docMk/>
          <pc:sldMk cId="1753993993" sldId="274"/>
        </pc:sldMkLst>
        <pc:spChg chg="mod">
          <ac:chgData name="Nadimpalli,Rohit" userId="10aa737c-f342-4544-8577-7d5ffa6f105e" providerId="ADAL" clId="{718E4B09-DCDC-E147-AA87-D165BC0649BA}" dt="2025-08-30T02:44:43.390" v="331" actId="403"/>
          <ac:spMkLst>
            <pc:docMk/>
            <pc:sldMk cId="1753993993" sldId="274"/>
            <ac:spMk id="2" creationId="{665803E9-E66D-FB83-D5E8-8DD9934B50B3}"/>
          </ac:spMkLst>
        </pc:spChg>
        <pc:spChg chg="mod">
          <ac:chgData name="Nadimpalli,Rohit" userId="10aa737c-f342-4544-8577-7d5ffa6f105e" providerId="ADAL" clId="{718E4B09-DCDC-E147-AA87-D165BC0649BA}" dt="2025-08-30T02:45:11.505" v="348" actId="20577"/>
          <ac:spMkLst>
            <pc:docMk/>
            <pc:sldMk cId="1753993993" sldId="274"/>
            <ac:spMk id="3" creationId="{506929C1-18A5-195A-199E-17776BE86EC5}"/>
          </ac:spMkLst>
        </pc:spChg>
        <pc:spChg chg="mod">
          <ac:chgData name="Nadimpalli,Rohit" userId="10aa737c-f342-4544-8577-7d5ffa6f105e" providerId="ADAL" clId="{718E4B09-DCDC-E147-AA87-D165BC0649BA}" dt="2025-08-30T02:44:54.614" v="334" actId="14100"/>
          <ac:spMkLst>
            <pc:docMk/>
            <pc:sldMk cId="1753993993" sldId="274"/>
            <ac:spMk id="4" creationId="{1A592315-0980-5038-DD6B-4E7E905801E2}"/>
          </ac:spMkLst>
        </pc:spChg>
        <pc:spChg chg="mod">
          <ac:chgData name="Nadimpalli,Rohit" userId="10aa737c-f342-4544-8577-7d5ffa6f105e" providerId="ADAL" clId="{718E4B09-DCDC-E147-AA87-D165BC0649BA}" dt="2025-08-30T02:47:49.548" v="391" actId="113"/>
          <ac:spMkLst>
            <pc:docMk/>
            <pc:sldMk cId="1753993993" sldId="274"/>
            <ac:spMk id="5" creationId="{1BE4749C-F6CE-A8E1-EEF4-6FAFA2F9E27F}"/>
          </ac:spMkLst>
        </pc:spChg>
        <pc:spChg chg="mod">
          <ac:chgData name="Nadimpalli,Rohit" userId="10aa737c-f342-4544-8577-7d5ffa6f105e" providerId="ADAL" clId="{718E4B09-DCDC-E147-AA87-D165BC0649BA}" dt="2025-08-30T02:47:59.204" v="394" actId="1076"/>
          <ac:spMkLst>
            <pc:docMk/>
            <pc:sldMk cId="1753993993" sldId="274"/>
            <ac:spMk id="6" creationId="{EB0F6D02-C9AB-E90F-9423-44414C1E5664}"/>
          </ac:spMkLst>
        </pc:spChg>
        <pc:spChg chg="mod">
          <ac:chgData name="Nadimpalli,Rohit" userId="10aa737c-f342-4544-8577-7d5ffa6f105e" providerId="ADAL" clId="{718E4B09-DCDC-E147-AA87-D165BC0649BA}" dt="2025-08-30T02:48:31.637" v="399" actId="403"/>
          <ac:spMkLst>
            <pc:docMk/>
            <pc:sldMk cId="1753993993" sldId="274"/>
            <ac:spMk id="7" creationId="{8C4EAD02-1002-D155-90C1-DAEF415CF254}"/>
          </ac:spMkLst>
        </pc:spChg>
        <pc:spChg chg="mod">
          <ac:chgData name="Nadimpalli,Rohit" userId="10aa737c-f342-4544-8577-7d5ffa6f105e" providerId="ADAL" clId="{718E4B09-DCDC-E147-AA87-D165BC0649BA}" dt="2025-08-30T02:48:43.331" v="400" actId="207"/>
          <ac:spMkLst>
            <pc:docMk/>
            <pc:sldMk cId="1753993993" sldId="274"/>
            <ac:spMk id="8" creationId="{1FC6F1D2-B675-B589-4127-1EE7991A3BCD}"/>
          </ac:spMkLst>
        </pc:spChg>
        <pc:spChg chg="add mod">
          <ac:chgData name="Nadimpalli,Rohit" userId="10aa737c-f342-4544-8577-7d5ffa6f105e" providerId="ADAL" clId="{718E4B09-DCDC-E147-AA87-D165BC0649BA}" dt="2025-08-30T02:42:33.313" v="303" actId="403"/>
          <ac:spMkLst>
            <pc:docMk/>
            <pc:sldMk cId="1753993993" sldId="274"/>
            <ac:spMk id="9" creationId="{BF6A6B4F-3049-A9BD-96F4-460EE649ED5C}"/>
          </ac:spMkLst>
        </pc:spChg>
        <pc:spChg chg="add mod">
          <ac:chgData name="Nadimpalli,Rohit" userId="10aa737c-f342-4544-8577-7d5ffa6f105e" providerId="ADAL" clId="{718E4B09-DCDC-E147-AA87-D165BC0649BA}" dt="2025-08-30T02:42:08.829" v="300" actId="207"/>
          <ac:spMkLst>
            <pc:docMk/>
            <pc:sldMk cId="1753993993" sldId="274"/>
            <ac:spMk id="10" creationId="{7DC47076-A4DB-A116-2C6B-950A605FE096}"/>
          </ac:spMkLst>
        </pc:spChg>
        <pc:spChg chg="add mod">
          <ac:chgData name="Nadimpalli,Rohit" userId="10aa737c-f342-4544-8577-7d5ffa6f105e" providerId="ADAL" clId="{718E4B09-DCDC-E147-AA87-D165BC0649BA}" dt="2025-08-30T02:43:35.223" v="316" actId="1076"/>
          <ac:spMkLst>
            <pc:docMk/>
            <pc:sldMk cId="1753993993" sldId="274"/>
            <ac:spMk id="11" creationId="{F4A0BA01-10C4-916D-EA3E-AD1E9C79999F}"/>
          </ac:spMkLst>
        </pc:spChg>
        <pc:spChg chg="add mod">
          <ac:chgData name="Nadimpalli,Rohit" userId="10aa737c-f342-4544-8577-7d5ffa6f105e" providerId="ADAL" clId="{718E4B09-DCDC-E147-AA87-D165BC0649BA}" dt="2025-08-30T02:43:46.989" v="320" actId="20577"/>
          <ac:spMkLst>
            <pc:docMk/>
            <pc:sldMk cId="1753993993" sldId="274"/>
            <ac:spMk id="12" creationId="{1D8CA293-12EA-2EF4-B7B0-F551390CDA46}"/>
          </ac:spMkLst>
        </pc:spChg>
        <pc:spChg chg="add mod">
          <ac:chgData name="Nadimpalli,Rohit" userId="10aa737c-f342-4544-8577-7d5ffa6f105e" providerId="ADAL" clId="{718E4B09-DCDC-E147-AA87-D165BC0649BA}" dt="2025-08-30T02:45:20.919" v="350" actId="1076"/>
          <ac:spMkLst>
            <pc:docMk/>
            <pc:sldMk cId="1753993993" sldId="274"/>
            <ac:spMk id="13" creationId="{998B713A-4E54-A2F0-0D74-C6854FCB96F7}"/>
          </ac:spMkLst>
        </pc:spChg>
        <pc:spChg chg="add mod">
          <ac:chgData name="Nadimpalli,Rohit" userId="10aa737c-f342-4544-8577-7d5ffa6f105e" providerId="ADAL" clId="{718E4B09-DCDC-E147-AA87-D165BC0649BA}" dt="2025-08-30T02:45:30.641" v="354" actId="20577"/>
          <ac:spMkLst>
            <pc:docMk/>
            <pc:sldMk cId="1753993993" sldId="274"/>
            <ac:spMk id="14" creationId="{5DA6CE7B-47BA-8EC5-7791-F56C52420427}"/>
          </ac:spMkLst>
        </pc:spChg>
        <pc:spChg chg="add mod">
          <ac:chgData name="Nadimpalli,Rohit" userId="10aa737c-f342-4544-8577-7d5ffa6f105e" providerId="ADAL" clId="{718E4B09-DCDC-E147-AA87-D165BC0649BA}" dt="2025-08-30T02:46:33.576" v="368" actId="1076"/>
          <ac:spMkLst>
            <pc:docMk/>
            <pc:sldMk cId="1753993993" sldId="274"/>
            <ac:spMk id="15" creationId="{2F9ADD48-D750-84A4-B504-1979EEA38A7F}"/>
          </ac:spMkLst>
        </pc:spChg>
        <pc:spChg chg="add mod">
          <ac:chgData name="Nadimpalli,Rohit" userId="10aa737c-f342-4544-8577-7d5ffa6f105e" providerId="ADAL" clId="{718E4B09-DCDC-E147-AA87-D165BC0649BA}" dt="2025-08-30T02:46:45.331" v="370" actId="1076"/>
          <ac:spMkLst>
            <pc:docMk/>
            <pc:sldMk cId="1753993993" sldId="274"/>
            <ac:spMk id="16" creationId="{07BD6050-6C5A-60BB-BDBA-BB4A3E23F0DF}"/>
          </ac:spMkLst>
        </pc:spChg>
        <pc:spChg chg="add mod">
          <ac:chgData name="Nadimpalli,Rohit" userId="10aa737c-f342-4544-8577-7d5ffa6f105e" providerId="ADAL" clId="{718E4B09-DCDC-E147-AA87-D165BC0649BA}" dt="2025-08-30T02:46:54.342" v="372" actId="1076"/>
          <ac:spMkLst>
            <pc:docMk/>
            <pc:sldMk cId="1753993993" sldId="274"/>
            <ac:spMk id="17" creationId="{FC032AD7-EC41-E01D-DB54-77B8F35BDEAC}"/>
          </ac:spMkLst>
        </pc:spChg>
        <pc:spChg chg="add mod">
          <ac:chgData name="Nadimpalli,Rohit" userId="10aa737c-f342-4544-8577-7d5ffa6f105e" providerId="ADAL" clId="{718E4B09-DCDC-E147-AA87-D165BC0649BA}" dt="2025-08-30T02:47:04.376" v="376" actId="20577"/>
          <ac:spMkLst>
            <pc:docMk/>
            <pc:sldMk cId="1753993993" sldId="274"/>
            <ac:spMk id="18" creationId="{05F909AA-3E72-0777-C37B-23F16E40152F}"/>
          </ac:spMkLst>
        </pc:spChg>
        <pc:spChg chg="add mod">
          <ac:chgData name="Nadimpalli,Rohit" userId="10aa737c-f342-4544-8577-7d5ffa6f105e" providerId="ADAL" clId="{718E4B09-DCDC-E147-AA87-D165BC0649BA}" dt="2025-08-30T02:47:12.256" v="380" actId="20577"/>
          <ac:spMkLst>
            <pc:docMk/>
            <pc:sldMk cId="1753993993" sldId="274"/>
            <ac:spMk id="20" creationId="{E2063C44-E51E-541A-D85F-1A713B0B3CF6}"/>
          </ac:spMkLst>
        </pc:spChg>
        <pc:spChg chg="add mod">
          <ac:chgData name="Nadimpalli,Rohit" userId="10aa737c-f342-4544-8577-7d5ffa6f105e" providerId="ADAL" clId="{718E4B09-DCDC-E147-AA87-D165BC0649BA}" dt="2025-08-30T02:47:21.353" v="386" actId="20577"/>
          <ac:spMkLst>
            <pc:docMk/>
            <pc:sldMk cId="1753993993" sldId="274"/>
            <ac:spMk id="21" creationId="{816FB930-0E82-EB96-DB31-8E054861775B}"/>
          </ac:spMkLst>
        </pc:spChg>
      </pc:sldChg>
      <pc:sldChg chg="del">
        <pc:chgData name="Nadimpalli,Rohit" userId="10aa737c-f342-4544-8577-7d5ffa6f105e" providerId="ADAL" clId="{718E4B09-DCDC-E147-AA87-D165BC0649BA}" dt="2025-08-30T02:38:26.956" v="269" actId="2696"/>
        <pc:sldMkLst>
          <pc:docMk/>
          <pc:sldMk cId="671103659" sldId="275"/>
        </pc:sldMkLst>
      </pc:sldChg>
      <pc:sldChg chg="delSp modSp add mod setBg">
        <pc:chgData name="Nadimpalli,Rohit" userId="10aa737c-f342-4544-8577-7d5ffa6f105e" providerId="ADAL" clId="{718E4B09-DCDC-E147-AA87-D165BC0649BA}" dt="2025-08-30T03:07:25.900" v="585" actId="14100"/>
        <pc:sldMkLst>
          <pc:docMk/>
          <pc:sldMk cId="4055083713" sldId="277"/>
        </pc:sldMkLst>
        <pc:spChg chg="mod">
          <ac:chgData name="Nadimpalli,Rohit" userId="10aa737c-f342-4544-8577-7d5ffa6f105e" providerId="ADAL" clId="{718E4B09-DCDC-E147-AA87-D165BC0649BA}" dt="2025-08-30T03:06:28.556" v="583" actId="1076"/>
          <ac:spMkLst>
            <pc:docMk/>
            <pc:sldMk cId="4055083713" sldId="277"/>
            <ac:spMk id="16" creationId="{C1330A5A-620C-DB50-EB6F-F074CF629469}"/>
          </ac:spMkLst>
        </pc:spChg>
        <pc:spChg chg="del mod">
          <ac:chgData name="Nadimpalli,Rohit" userId="10aa737c-f342-4544-8577-7d5ffa6f105e" providerId="ADAL" clId="{718E4B09-DCDC-E147-AA87-D165BC0649BA}" dt="2025-08-30T03:07:09.289" v="584" actId="478"/>
          <ac:spMkLst>
            <pc:docMk/>
            <pc:sldMk cId="4055083713" sldId="277"/>
            <ac:spMk id="18" creationId="{B9CCBA65-A27A-BF00-7137-801F32638C5F}"/>
          </ac:spMkLst>
        </pc:spChg>
        <pc:spChg chg="mod">
          <ac:chgData name="Nadimpalli,Rohit" userId="10aa737c-f342-4544-8577-7d5ffa6f105e" providerId="ADAL" clId="{718E4B09-DCDC-E147-AA87-D165BC0649BA}" dt="2025-08-30T03:05:23.562" v="573" actId="1076"/>
          <ac:spMkLst>
            <pc:docMk/>
            <pc:sldMk cId="4055083713" sldId="277"/>
            <ac:spMk id="23" creationId="{C289C2F9-F587-77F2-C16D-AE7B09D0FA7A}"/>
          </ac:spMkLst>
        </pc:spChg>
        <pc:spChg chg="del">
          <ac:chgData name="Nadimpalli,Rohit" userId="10aa737c-f342-4544-8577-7d5ffa6f105e" providerId="ADAL" clId="{718E4B09-DCDC-E147-AA87-D165BC0649BA}" dt="2025-08-30T03:04:56.518" v="568" actId="478"/>
          <ac:spMkLst>
            <pc:docMk/>
            <pc:sldMk cId="4055083713" sldId="277"/>
            <ac:spMk id="24" creationId="{397D0DE3-9B8D-C6AC-AFDC-3E1185E9F2EE}"/>
          </ac:spMkLst>
        </pc:spChg>
        <pc:cxnChg chg="mod">
          <ac:chgData name="Nadimpalli,Rohit" userId="10aa737c-f342-4544-8577-7d5ffa6f105e" providerId="ADAL" clId="{718E4B09-DCDC-E147-AA87-D165BC0649BA}" dt="2025-08-30T03:07:25.900" v="585" actId="14100"/>
          <ac:cxnSpMkLst>
            <pc:docMk/>
            <pc:sldMk cId="4055083713" sldId="277"/>
            <ac:cxnSpMk id="5" creationId="{7780463D-4B6B-99C9-6079-66EE03DA3EA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8098-9D38-2EB7-E723-E52DA3AF0A0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8D4F1-036E-EAA0-79B1-1CB22E9D2CE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F46B6-D690-3056-C443-39247F683E6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793D37-C3C3-A347-ADE0-8E8FD47EAD83}" type="datetime1">
              <a:rPr lang="en-US"/>
              <a:pPr lvl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38950-199F-065F-8550-5D38D74C16E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1C1F9-A518-1C79-7F7F-6EB29B4E55D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B88A8E-2157-624F-B0C2-D0047AB417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365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442BD-C71C-C95F-C392-34BAAC867A1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1AECC-EF68-815A-458E-BAB9B24637A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B815C-3159-0736-0384-E7F6CA655C2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A0E85F-C550-B34F-8CCE-6A2577EFF701}" type="datetime1">
              <a:rPr lang="en-US"/>
              <a:pPr lvl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45C83-313D-EAE3-8A4B-AB4DC7568FE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5EA16-02BB-E7BC-769D-105EA5F9AFF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5A1059-27B2-CF41-B777-822492E4E6E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201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52DA5-6767-D8CE-105E-B7FE5976CB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BD469-6275-D571-7911-4C0140A9A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D6F4E-2F29-9333-0FE6-DEB72143A03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61B02E-214F-1F47-8C24-AA07FA3B50CD}" type="datetime1">
              <a:rPr lang="en-US"/>
              <a:pPr lvl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808F4-968D-C2F0-1BB1-AB7E75EF58F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8BECC-50D1-B4F8-AC39-897E4A47BE4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5CE860-BF30-7843-A320-BBAEEFAFB64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1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001D-A31C-3505-0D0B-3BC9C6ECFA3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F07E8-65DB-071E-5331-36762A21F92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F6E4B-C3F9-BC41-E87F-21D370787F1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EEC52-F847-B475-0D50-0B447B61D5A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EC3B65-4450-A64B-B2E6-A6C116708822}" type="datetime1">
              <a:rPr lang="en-US"/>
              <a:pPr lvl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BDD1C-234A-91FC-1302-C282814956E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72C86-1738-2564-70D9-1F5B53A0287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A29CCB1-0AF2-8141-977E-F69EFD25C1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39F7B-A9CB-8E14-5A3F-1EBD0A1737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68137-B3F2-BD27-A99F-7D90E9D6A8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22744-3A31-A3D4-15F7-B57F5D35F11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3C72A3-BF16-C115-C142-6FE31933A98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E8F556-25DC-FA3C-10EC-F3ABDC06EA6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49E25-F49A-7668-5B3E-2C81E7B418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EB7A65-FA66-BD44-B6FC-F22E0868FF11}" type="datetime1">
              <a:rPr lang="en-US"/>
              <a:pPr lvl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B9BF61-9A0B-FA82-3412-C876CACECEC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1ED9E8-F282-0FCA-81C8-10C9BC5340A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84D0600-BBDA-6E49-B684-3DA8A25C85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7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0E160-D3E3-2BE0-2600-6F010804CC4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E6A3D-B666-17DD-DC5C-7C4D7D04D27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E7441A-D5F7-0547-B3DC-F73E32F2BA70}" type="datetime1">
              <a:rPr lang="en-US"/>
              <a:pPr lvl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E1C2E-79C5-9D9F-7C8A-8437A2B5771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DB1E29-CE20-21EA-0929-4606334453D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5AE2B7E-4EFB-F648-83F7-12112141B96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2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4CF29A-6FAA-1E59-E8FD-5A2638FD3A4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1B7D09-1601-9949-96ED-09D6A67821F7}" type="datetime1">
              <a:rPr lang="en-US"/>
              <a:pPr lvl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F614D9-480B-B416-EB6D-5FDEB9151A3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4B260-F925-70BA-A58A-2D3CE092AED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C7448EC-E71D-DC45-B6A5-850681419F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140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8AF6-E5DD-ACA1-470A-6CF5518513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BCA75-26BE-800A-33D4-A03158FE929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18D96-68D9-8988-C8CB-F482927C000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E63DB-5CA6-0EE9-D3AF-810B11654CF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861185-46E5-7240-A337-CD34C82B42A5}" type="datetime1">
              <a:rPr lang="en-US"/>
              <a:pPr lvl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8B216-3D1C-BEFB-0566-FD41F6EC882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FBEE9-F564-D269-C197-90BFC8BBFD4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74C224B-93FD-AA44-9417-0A92F0704B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06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69B12-0C57-6A59-E76B-E2AEB155C1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47FAF5-D70D-7D53-3F55-5C1EFFD92E2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8AC9A-AC68-C459-0A30-E54BB44856B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A78E0-99D3-D974-353C-4802D2BC46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B44D2E-622C-D740-9279-0679A2621C11}" type="datetime1">
              <a:rPr lang="en-US"/>
              <a:pPr lvl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B5DE2-6661-3C7E-EB03-C429DF99B84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1DAC1-9349-2592-58CF-CE16AFA5A87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1456B45-748D-474C-80E0-A45ED520B8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00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35CB7-D60C-939E-3BA8-1BE4592E5E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88DED-2684-32B4-DC82-5E0626416D30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4C25F-4CEE-CA46-8310-C370956CFC7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6B1242-D001-B241-9D91-27CD5238FC77}" type="datetime1">
              <a:rPr lang="en-US"/>
              <a:pPr lvl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B0073-3B27-FCBB-E68E-03FE4B08EDA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1B8C3-6DF0-3AE4-2ADD-83DFC175F27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D3F707E-95F3-5B47-A932-1A3CD05E08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13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BD8A9-FAC0-121A-E988-6030EBBA5B66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900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A3227-5931-AEE8-8161-938FF2530E46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8BEF0-BA28-AAF7-E8F8-B18FF411D43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75B1BA8-9376-B640-BAAF-D1C0AB575E0A}" type="datetime1">
              <a:rPr lang="en-US"/>
              <a:pPr lvl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2280-EB2B-8E43-F695-07F3E424306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C3305-1BDD-7229-6068-8BA403E7879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8DE559-1FF9-3042-9733-F13B35E3AEF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7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D07C22-371D-EAA9-3E99-BCD41F96C8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3DE35-C045-EAEE-A6F3-BC0395941A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708BB-673B-6630-1883-B5381E31CE8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743BA782-3FAA-234A-BF49-CB856F363C94}" type="datetime1">
              <a:rPr lang="en-US"/>
              <a:pPr lvl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1A0FE-2F0F-6DB2-9177-74AC0CD40FB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A275B-1E11-6324-F4C3-CD05E525E3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1DD6560-8288-0145-A7A1-D2D2695A1BFA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580ACA-DA19-2920-2A1F-063E561B2AF7}"/>
              </a:ext>
            </a:extLst>
          </p:cNvPr>
          <p:cNvCxnSpPr>
            <a:cxnSpLocks/>
          </p:cNvCxnSpPr>
          <p:nvPr/>
        </p:nvCxnSpPr>
        <p:spPr>
          <a:xfrm>
            <a:off x="2696818" y="5865383"/>
            <a:ext cx="67983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80463D-4B6B-99C9-6079-66EE03DA3EAE}"/>
              </a:ext>
            </a:extLst>
          </p:cNvPr>
          <p:cNvCxnSpPr>
            <a:cxnSpLocks/>
          </p:cNvCxnSpPr>
          <p:nvPr/>
        </p:nvCxnSpPr>
        <p:spPr>
          <a:xfrm flipH="1">
            <a:off x="2696818" y="5865383"/>
            <a:ext cx="496956" cy="0"/>
          </a:xfrm>
          <a:prstGeom prst="line">
            <a:avLst/>
          </a:prstGeom>
          <a:ln w="25400">
            <a:solidFill>
              <a:schemeClr val="accent6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0">
            <a:extLst>
              <a:ext uri="{FF2B5EF4-FFF2-40B4-BE49-F238E27FC236}">
                <a16:creationId xmlns:a16="http://schemas.microsoft.com/office/drawing/2014/main" id="{D44DB680-A8FD-7D98-B567-90164B16B3A3}"/>
              </a:ext>
            </a:extLst>
          </p:cNvPr>
          <p:cNvSpPr txBox="1"/>
          <p:nvPr/>
        </p:nvSpPr>
        <p:spPr>
          <a:xfrm>
            <a:off x="9246705" y="5656825"/>
            <a:ext cx="1404020" cy="33983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ID" sz="1200">
                <a:solidFill>
                  <a:schemeClr val="bg1"/>
                </a:solidFill>
              </a:rPr>
              <a:t>00:20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E4AEA16-0912-F8D0-6FA4-3BD4DB1B2E35}"/>
              </a:ext>
            </a:extLst>
          </p:cNvPr>
          <p:cNvGrpSpPr/>
          <p:nvPr/>
        </p:nvGrpSpPr>
        <p:grpSpPr>
          <a:xfrm>
            <a:off x="5004912" y="5242604"/>
            <a:ext cx="2029777" cy="468000"/>
            <a:chOff x="5164551" y="5554667"/>
            <a:chExt cx="2029777" cy="468000"/>
          </a:xfrm>
          <a:solidFill>
            <a:schemeClr val="bg1"/>
          </a:solidFill>
        </p:grpSpPr>
        <p:sp>
          <p:nvSpPr>
            <p:cNvPr id="9" name="Graphic 16">
              <a:extLst>
                <a:ext uri="{FF2B5EF4-FFF2-40B4-BE49-F238E27FC236}">
                  <a16:creationId xmlns:a16="http://schemas.microsoft.com/office/drawing/2014/main" id="{DFD5B415-C3D7-924D-6A63-51BA9C03ED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9440" y="5608667"/>
              <a:ext cx="360000" cy="360000"/>
            </a:xfrm>
            <a:custGeom>
              <a:avLst/>
              <a:gdLst>
                <a:gd name="connsiteX0" fmla="*/ 317500 w 635000"/>
                <a:gd name="connsiteY0" fmla="*/ 0 h 635000"/>
                <a:gd name="connsiteX1" fmla="*/ 0 w 635000"/>
                <a:gd name="connsiteY1" fmla="*/ 317500 h 635000"/>
                <a:gd name="connsiteX2" fmla="*/ 317500 w 635000"/>
                <a:gd name="connsiteY2" fmla="*/ 635000 h 635000"/>
                <a:gd name="connsiteX3" fmla="*/ 635000 w 635000"/>
                <a:gd name="connsiteY3" fmla="*/ 317500 h 635000"/>
                <a:gd name="connsiteX4" fmla="*/ 317500 w 635000"/>
                <a:gd name="connsiteY4" fmla="*/ 0 h 635000"/>
                <a:gd name="connsiteX5" fmla="*/ 435707 w 635000"/>
                <a:gd name="connsiteY5" fmla="*/ 334996 h 635000"/>
                <a:gd name="connsiteX6" fmla="*/ 252495 w 635000"/>
                <a:gd name="connsiteY6" fmla="*/ 440768 h 635000"/>
                <a:gd name="connsiteX7" fmla="*/ 243453 w 635000"/>
                <a:gd name="connsiteY7" fmla="*/ 443190 h 635000"/>
                <a:gd name="connsiteX8" fmla="*/ 234406 w 635000"/>
                <a:gd name="connsiteY8" fmla="*/ 440768 h 635000"/>
                <a:gd name="connsiteX9" fmla="*/ 225370 w 635000"/>
                <a:gd name="connsiteY9" fmla="*/ 425101 h 635000"/>
                <a:gd name="connsiteX10" fmla="*/ 225370 w 635000"/>
                <a:gd name="connsiteY10" fmla="*/ 213551 h 635000"/>
                <a:gd name="connsiteX11" fmla="*/ 234406 w 635000"/>
                <a:gd name="connsiteY11" fmla="*/ 197883 h 635000"/>
                <a:gd name="connsiteX12" fmla="*/ 252506 w 635000"/>
                <a:gd name="connsiteY12" fmla="*/ 197883 h 635000"/>
                <a:gd name="connsiteX13" fmla="*/ 435718 w 635000"/>
                <a:gd name="connsiteY13" fmla="*/ 303661 h 635000"/>
                <a:gd name="connsiteX14" fmla="*/ 444754 w 635000"/>
                <a:gd name="connsiteY14" fmla="*/ 319329 h 635000"/>
                <a:gd name="connsiteX15" fmla="*/ 435707 w 635000"/>
                <a:gd name="connsiteY15" fmla="*/ 334996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49" y="0"/>
                    <a:pt x="0" y="142160"/>
                    <a:pt x="0" y="317500"/>
                  </a:cubicBezTo>
                  <a:cubicBezTo>
                    <a:pt x="0" y="492847"/>
                    <a:pt x="142149" y="635000"/>
                    <a:pt x="317500" y="635000"/>
                  </a:cubicBezTo>
                  <a:cubicBezTo>
                    <a:pt x="492851" y="635000"/>
                    <a:pt x="635000" y="492847"/>
                    <a:pt x="635000" y="317500"/>
                  </a:cubicBezTo>
                  <a:cubicBezTo>
                    <a:pt x="635000" y="142160"/>
                    <a:pt x="492851" y="0"/>
                    <a:pt x="317500" y="0"/>
                  </a:cubicBezTo>
                  <a:close/>
                  <a:moveTo>
                    <a:pt x="435707" y="334996"/>
                  </a:moveTo>
                  <a:lnTo>
                    <a:pt x="252495" y="440768"/>
                  </a:lnTo>
                  <a:cubicBezTo>
                    <a:pt x="249701" y="442388"/>
                    <a:pt x="246571" y="443190"/>
                    <a:pt x="243453" y="443190"/>
                  </a:cubicBezTo>
                  <a:cubicBezTo>
                    <a:pt x="240335" y="443190"/>
                    <a:pt x="237211" y="442388"/>
                    <a:pt x="234406" y="440768"/>
                  </a:cubicBezTo>
                  <a:cubicBezTo>
                    <a:pt x="228818" y="437540"/>
                    <a:pt x="225370" y="431567"/>
                    <a:pt x="225370" y="425101"/>
                  </a:cubicBezTo>
                  <a:lnTo>
                    <a:pt x="225370" y="213551"/>
                  </a:lnTo>
                  <a:cubicBezTo>
                    <a:pt x="225370" y="207088"/>
                    <a:pt x="228822" y="201105"/>
                    <a:pt x="234406" y="197883"/>
                  </a:cubicBezTo>
                  <a:cubicBezTo>
                    <a:pt x="240011" y="194649"/>
                    <a:pt x="246907" y="194649"/>
                    <a:pt x="252506" y="197883"/>
                  </a:cubicBezTo>
                  <a:lnTo>
                    <a:pt x="435718" y="303661"/>
                  </a:lnTo>
                  <a:cubicBezTo>
                    <a:pt x="441317" y="306900"/>
                    <a:pt x="444765" y="312873"/>
                    <a:pt x="444754" y="319329"/>
                  </a:cubicBezTo>
                  <a:cubicBezTo>
                    <a:pt x="444754" y="325789"/>
                    <a:pt x="441312" y="331768"/>
                    <a:pt x="435707" y="334996"/>
                  </a:cubicBezTo>
                  <a:close/>
                </a:path>
              </a:pathLst>
            </a:custGeom>
            <a:grpFill/>
            <a:ln w="2096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0DF25D4-BA71-DCB6-051A-747F02D38FD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164551" y="5554667"/>
              <a:ext cx="468000" cy="468000"/>
              <a:chOff x="3343367" y="1444172"/>
              <a:chExt cx="635000" cy="635000"/>
            </a:xfrm>
            <a:grpFill/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6834A61-79D6-4DFE-F01D-88C55381FFB6}"/>
                  </a:ext>
                </a:extLst>
              </p:cNvPr>
              <p:cNvSpPr/>
              <p:nvPr/>
            </p:nvSpPr>
            <p:spPr>
              <a:xfrm>
                <a:off x="3381070" y="1481875"/>
                <a:ext cx="559594" cy="5595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D"/>
              </a:p>
            </p:txBody>
          </p:sp>
          <p:sp>
            <p:nvSpPr>
              <p:cNvPr id="15" name="Graphic 14">
                <a:extLst>
                  <a:ext uri="{FF2B5EF4-FFF2-40B4-BE49-F238E27FC236}">
                    <a16:creationId xmlns:a16="http://schemas.microsoft.com/office/drawing/2014/main" id="{1FD4B6D0-3BA5-A894-A966-193D0363BC98}"/>
                  </a:ext>
                </a:extLst>
              </p:cNvPr>
              <p:cNvSpPr/>
              <p:nvPr/>
            </p:nvSpPr>
            <p:spPr>
              <a:xfrm>
                <a:off x="3343367" y="1444172"/>
                <a:ext cx="635000" cy="635000"/>
              </a:xfrm>
              <a:custGeom>
                <a:avLst/>
                <a:gdLst>
                  <a:gd name="connsiteX0" fmla="*/ 317500 w 635000"/>
                  <a:gd name="connsiteY0" fmla="*/ 0 h 635000"/>
                  <a:gd name="connsiteX1" fmla="*/ 0 w 635000"/>
                  <a:gd name="connsiteY1" fmla="*/ 317500 h 635000"/>
                  <a:gd name="connsiteX2" fmla="*/ 317500 w 635000"/>
                  <a:gd name="connsiteY2" fmla="*/ 635000 h 635000"/>
                  <a:gd name="connsiteX3" fmla="*/ 635000 w 635000"/>
                  <a:gd name="connsiteY3" fmla="*/ 317500 h 635000"/>
                  <a:gd name="connsiteX4" fmla="*/ 317500 w 635000"/>
                  <a:gd name="connsiteY4" fmla="*/ 0 h 635000"/>
                  <a:gd name="connsiteX5" fmla="*/ 460043 w 635000"/>
                  <a:gd name="connsiteY5" fmla="*/ 431300 h 635000"/>
                  <a:gd name="connsiteX6" fmla="*/ 449064 w 635000"/>
                  <a:gd name="connsiteY6" fmla="*/ 450312 h 635000"/>
                  <a:gd name="connsiteX7" fmla="*/ 438084 w 635000"/>
                  <a:gd name="connsiteY7" fmla="*/ 453261 h 635000"/>
                  <a:gd name="connsiteX8" fmla="*/ 427105 w 635000"/>
                  <a:gd name="connsiteY8" fmla="*/ 450312 h 635000"/>
                  <a:gd name="connsiteX9" fmla="*/ 255437 w 635000"/>
                  <a:gd name="connsiteY9" fmla="*/ 351204 h 635000"/>
                  <a:gd name="connsiteX10" fmla="*/ 249947 w 635000"/>
                  <a:gd name="connsiteY10" fmla="*/ 346647 h 635000"/>
                  <a:gd name="connsiteX11" fmla="*/ 249947 w 635000"/>
                  <a:gd name="connsiteY11" fmla="*/ 422751 h 635000"/>
                  <a:gd name="connsiteX12" fmla="*/ 213544 w 635000"/>
                  <a:gd name="connsiteY12" fmla="*/ 459154 h 635000"/>
                  <a:gd name="connsiteX13" fmla="*/ 177142 w 635000"/>
                  <a:gd name="connsiteY13" fmla="*/ 422751 h 635000"/>
                  <a:gd name="connsiteX14" fmla="*/ 177142 w 635000"/>
                  <a:gd name="connsiteY14" fmla="*/ 234203 h 635000"/>
                  <a:gd name="connsiteX15" fmla="*/ 177146 w 635000"/>
                  <a:gd name="connsiteY15" fmla="*/ 234203 h 635000"/>
                  <a:gd name="connsiteX16" fmla="*/ 213548 w 635000"/>
                  <a:gd name="connsiteY16" fmla="*/ 197800 h 635000"/>
                  <a:gd name="connsiteX17" fmla="*/ 249951 w 635000"/>
                  <a:gd name="connsiteY17" fmla="*/ 234203 h 635000"/>
                  <a:gd name="connsiteX18" fmla="*/ 249951 w 635000"/>
                  <a:gd name="connsiteY18" fmla="*/ 317737 h 635000"/>
                  <a:gd name="connsiteX19" fmla="*/ 255441 w 635000"/>
                  <a:gd name="connsiteY19" fmla="*/ 313176 h 635000"/>
                  <a:gd name="connsiteX20" fmla="*/ 427103 w 635000"/>
                  <a:gd name="connsiteY20" fmla="*/ 214067 h 635000"/>
                  <a:gd name="connsiteX21" fmla="*/ 449064 w 635000"/>
                  <a:gd name="connsiteY21" fmla="*/ 214067 h 635000"/>
                  <a:gd name="connsiteX22" fmla="*/ 460043 w 635000"/>
                  <a:gd name="connsiteY22" fmla="*/ 233083 h 635000"/>
                  <a:gd name="connsiteX23" fmla="*/ 460043 w 635000"/>
                  <a:gd name="connsiteY23" fmla="*/ 431300 h 63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35000" h="635000">
                    <a:moveTo>
                      <a:pt x="317500" y="0"/>
                    </a:moveTo>
                    <a:cubicBezTo>
                      <a:pt x="142149" y="0"/>
                      <a:pt x="0" y="142149"/>
                      <a:pt x="0" y="317500"/>
                    </a:cubicBezTo>
                    <a:cubicBezTo>
                      <a:pt x="0" y="492847"/>
                      <a:pt x="142149" y="635000"/>
                      <a:pt x="317500" y="635000"/>
                    </a:cubicBezTo>
                    <a:cubicBezTo>
                      <a:pt x="492840" y="635000"/>
                      <a:pt x="635000" y="492840"/>
                      <a:pt x="635000" y="317500"/>
                    </a:cubicBezTo>
                    <a:cubicBezTo>
                      <a:pt x="635000" y="142153"/>
                      <a:pt x="492840" y="0"/>
                      <a:pt x="317500" y="0"/>
                    </a:cubicBezTo>
                    <a:close/>
                    <a:moveTo>
                      <a:pt x="460043" y="431300"/>
                    </a:moveTo>
                    <a:cubicBezTo>
                      <a:pt x="460043" y="439141"/>
                      <a:pt x="455854" y="446397"/>
                      <a:pt x="449064" y="450312"/>
                    </a:cubicBezTo>
                    <a:cubicBezTo>
                      <a:pt x="445666" y="452272"/>
                      <a:pt x="441867" y="453261"/>
                      <a:pt x="438084" y="453261"/>
                    </a:cubicBezTo>
                    <a:cubicBezTo>
                      <a:pt x="434291" y="453261"/>
                      <a:pt x="430502" y="452272"/>
                      <a:pt x="427105" y="450312"/>
                    </a:cubicBezTo>
                    <a:lnTo>
                      <a:pt x="255437" y="351204"/>
                    </a:lnTo>
                    <a:cubicBezTo>
                      <a:pt x="253335" y="349991"/>
                      <a:pt x="251513" y="348427"/>
                      <a:pt x="249947" y="346647"/>
                    </a:cubicBezTo>
                    <a:lnTo>
                      <a:pt x="249947" y="422751"/>
                    </a:lnTo>
                    <a:cubicBezTo>
                      <a:pt x="249947" y="442855"/>
                      <a:pt x="233648" y="459154"/>
                      <a:pt x="213544" y="459154"/>
                    </a:cubicBezTo>
                    <a:cubicBezTo>
                      <a:pt x="193440" y="459154"/>
                      <a:pt x="177142" y="442855"/>
                      <a:pt x="177142" y="422751"/>
                    </a:cubicBezTo>
                    <a:lnTo>
                      <a:pt x="177142" y="234203"/>
                    </a:lnTo>
                    <a:lnTo>
                      <a:pt x="177146" y="234203"/>
                    </a:lnTo>
                    <a:cubicBezTo>
                      <a:pt x="177146" y="214099"/>
                      <a:pt x="193444" y="197800"/>
                      <a:pt x="213548" y="197800"/>
                    </a:cubicBezTo>
                    <a:cubicBezTo>
                      <a:pt x="233652" y="197800"/>
                      <a:pt x="249951" y="214099"/>
                      <a:pt x="249951" y="234203"/>
                    </a:cubicBezTo>
                    <a:lnTo>
                      <a:pt x="249951" y="317737"/>
                    </a:lnTo>
                    <a:cubicBezTo>
                      <a:pt x="251515" y="315959"/>
                      <a:pt x="253337" y="314393"/>
                      <a:pt x="255441" y="313176"/>
                    </a:cubicBezTo>
                    <a:lnTo>
                      <a:pt x="427103" y="214067"/>
                    </a:lnTo>
                    <a:cubicBezTo>
                      <a:pt x="433900" y="210143"/>
                      <a:pt x="442267" y="210143"/>
                      <a:pt x="449064" y="214067"/>
                    </a:cubicBezTo>
                    <a:cubicBezTo>
                      <a:pt x="455854" y="217987"/>
                      <a:pt x="460043" y="225239"/>
                      <a:pt x="460043" y="233083"/>
                    </a:cubicBezTo>
                    <a:lnTo>
                      <a:pt x="460043" y="431300"/>
                    </a:lnTo>
                    <a:close/>
                  </a:path>
                </a:pathLst>
              </a:custGeom>
              <a:solidFill>
                <a:schemeClr val="tx1"/>
              </a:solidFill>
              <a:ln w="2096" cap="flat">
                <a:solidFill>
                  <a:schemeClr val="tx1"/>
                </a:solidFill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A89CF0D-D39C-96E6-EDF7-A94E66D7DF64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6726328" y="5554667"/>
              <a:ext cx="468000" cy="468000"/>
              <a:chOff x="3343367" y="1444172"/>
              <a:chExt cx="635000" cy="635000"/>
            </a:xfrm>
            <a:grpFill/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D9EC664-5FC8-538B-9F2F-DEB7D369EB79}"/>
                  </a:ext>
                </a:extLst>
              </p:cNvPr>
              <p:cNvSpPr/>
              <p:nvPr/>
            </p:nvSpPr>
            <p:spPr>
              <a:xfrm>
                <a:off x="3381070" y="1481875"/>
                <a:ext cx="559594" cy="5595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D"/>
              </a:p>
            </p:txBody>
          </p:sp>
          <p:sp>
            <p:nvSpPr>
              <p:cNvPr id="13" name="Graphic 14">
                <a:extLst>
                  <a:ext uri="{FF2B5EF4-FFF2-40B4-BE49-F238E27FC236}">
                    <a16:creationId xmlns:a16="http://schemas.microsoft.com/office/drawing/2014/main" id="{8766C0BC-DACA-F04D-431B-60A1AE307A03}"/>
                  </a:ext>
                </a:extLst>
              </p:cNvPr>
              <p:cNvSpPr/>
              <p:nvPr/>
            </p:nvSpPr>
            <p:spPr>
              <a:xfrm>
                <a:off x="3343367" y="1444172"/>
                <a:ext cx="635000" cy="635000"/>
              </a:xfrm>
              <a:custGeom>
                <a:avLst/>
                <a:gdLst>
                  <a:gd name="connsiteX0" fmla="*/ 317500 w 635000"/>
                  <a:gd name="connsiteY0" fmla="*/ 0 h 635000"/>
                  <a:gd name="connsiteX1" fmla="*/ 0 w 635000"/>
                  <a:gd name="connsiteY1" fmla="*/ 317500 h 635000"/>
                  <a:gd name="connsiteX2" fmla="*/ 317500 w 635000"/>
                  <a:gd name="connsiteY2" fmla="*/ 635000 h 635000"/>
                  <a:gd name="connsiteX3" fmla="*/ 635000 w 635000"/>
                  <a:gd name="connsiteY3" fmla="*/ 317500 h 635000"/>
                  <a:gd name="connsiteX4" fmla="*/ 317500 w 635000"/>
                  <a:gd name="connsiteY4" fmla="*/ 0 h 635000"/>
                  <a:gd name="connsiteX5" fmla="*/ 460043 w 635000"/>
                  <a:gd name="connsiteY5" fmla="*/ 431300 h 635000"/>
                  <a:gd name="connsiteX6" fmla="*/ 449064 w 635000"/>
                  <a:gd name="connsiteY6" fmla="*/ 450312 h 635000"/>
                  <a:gd name="connsiteX7" fmla="*/ 438084 w 635000"/>
                  <a:gd name="connsiteY7" fmla="*/ 453261 h 635000"/>
                  <a:gd name="connsiteX8" fmla="*/ 427105 w 635000"/>
                  <a:gd name="connsiteY8" fmla="*/ 450312 h 635000"/>
                  <a:gd name="connsiteX9" fmla="*/ 255437 w 635000"/>
                  <a:gd name="connsiteY9" fmla="*/ 351204 h 635000"/>
                  <a:gd name="connsiteX10" fmla="*/ 249947 w 635000"/>
                  <a:gd name="connsiteY10" fmla="*/ 346647 h 635000"/>
                  <a:gd name="connsiteX11" fmla="*/ 249947 w 635000"/>
                  <a:gd name="connsiteY11" fmla="*/ 422751 h 635000"/>
                  <a:gd name="connsiteX12" fmla="*/ 213544 w 635000"/>
                  <a:gd name="connsiteY12" fmla="*/ 459154 h 635000"/>
                  <a:gd name="connsiteX13" fmla="*/ 177142 w 635000"/>
                  <a:gd name="connsiteY13" fmla="*/ 422751 h 635000"/>
                  <a:gd name="connsiteX14" fmla="*/ 177142 w 635000"/>
                  <a:gd name="connsiteY14" fmla="*/ 234203 h 635000"/>
                  <a:gd name="connsiteX15" fmla="*/ 177146 w 635000"/>
                  <a:gd name="connsiteY15" fmla="*/ 234203 h 635000"/>
                  <a:gd name="connsiteX16" fmla="*/ 213548 w 635000"/>
                  <a:gd name="connsiteY16" fmla="*/ 197800 h 635000"/>
                  <a:gd name="connsiteX17" fmla="*/ 249951 w 635000"/>
                  <a:gd name="connsiteY17" fmla="*/ 234203 h 635000"/>
                  <a:gd name="connsiteX18" fmla="*/ 249951 w 635000"/>
                  <a:gd name="connsiteY18" fmla="*/ 317737 h 635000"/>
                  <a:gd name="connsiteX19" fmla="*/ 255441 w 635000"/>
                  <a:gd name="connsiteY19" fmla="*/ 313176 h 635000"/>
                  <a:gd name="connsiteX20" fmla="*/ 427103 w 635000"/>
                  <a:gd name="connsiteY20" fmla="*/ 214067 h 635000"/>
                  <a:gd name="connsiteX21" fmla="*/ 449064 w 635000"/>
                  <a:gd name="connsiteY21" fmla="*/ 214067 h 635000"/>
                  <a:gd name="connsiteX22" fmla="*/ 460043 w 635000"/>
                  <a:gd name="connsiteY22" fmla="*/ 233083 h 635000"/>
                  <a:gd name="connsiteX23" fmla="*/ 460043 w 635000"/>
                  <a:gd name="connsiteY23" fmla="*/ 431300 h 63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35000" h="635000">
                    <a:moveTo>
                      <a:pt x="317500" y="0"/>
                    </a:moveTo>
                    <a:cubicBezTo>
                      <a:pt x="142149" y="0"/>
                      <a:pt x="0" y="142149"/>
                      <a:pt x="0" y="317500"/>
                    </a:cubicBezTo>
                    <a:cubicBezTo>
                      <a:pt x="0" y="492847"/>
                      <a:pt x="142149" y="635000"/>
                      <a:pt x="317500" y="635000"/>
                    </a:cubicBezTo>
                    <a:cubicBezTo>
                      <a:pt x="492840" y="635000"/>
                      <a:pt x="635000" y="492840"/>
                      <a:pt x="635000" y="317500"/>
                    </a:cubicBezTo>
                    <a:cubicBezTo>
                      <a:pt x="635000" y="142153"/>
                      <a:pt x="492840" y="0"/>
                      <a:pt x="317500" y="0"/>
                    </a:cubicBezTo>
                    <a:close/>
                    <a:moveTo>
                      <a:pt x="460043" y="431300"/>
                    </a:moveTo>
                    <a:cubicBezTo>
                      <a:pt x="460043" y="439141"/>
                      <a:pt x="455854" y="446397"/>
                      <a:pt x="449064" y="450312"/>
                    </a:cubicBezTo>
                    <a:cubicBezTo>
                      <a:pt x="445666" y="452272"/>
                      <a:pt x="441867" y="453261"/>
                      <a:pt x="438084" y="453261"/>
                    </a:cubicBezTo>
                    <a:cubicBezTo>
                      <a:pt x="434291" y="453261"/>
                      <a:pt x="430502" y="452272"/>
                      <a:pt x="427105" y="450312"/>
                    </a:cubicBezTo>
                    <a:lnTo>
                      <a:pt x="255437" y="351204"/>
                    </a:lnTo>
                    <a:cubicBezTo>
                      <a:pt x="253335" y="349991"/>
                      <a:pt x="251513" y="348427"/>
                      <a:pt x="249947" y="346647"/>
                    </a:cubicBezTo>
                    <a:lnTo>
                      <a:pt x="249947" y="422751"/>
                    </a:lnTo>
                    <a:cubicBezTo>
                      <a:pt x="249947" y="442855"/>
                      <a:pt x="233648" y="459154"/>
                      <a:pt x="213544" y="459154"/>
                    </a:cubicBezTo>
                    <a:cubicBezTo>
                      <a:pt x="193440" y="459154"/>
                      <a:pt x="177142" y="442855"/>
                      <a:pt x="177142" y="422751"/>
                    </a:cubicBezTo>
                    <a:lnTo>
                      <a:pt x="177142" y="234203"/>
                    </a:lnTo>
                    <a:lnTo>
                      <a:pt x="177146" y="234203"/>
                    </a:lnTo>
                    <a:cubicBezTo>
                      <a:pt x="177146" y="214099"/>
                      <a:pt x="193444" y="197800"/>
                      <a:pt x="213548" y="197800"/>
                    </a:cubicBezTo>
                    <a:cubicBezTo>
                      <a:pt x="233652" y="197800"/>
                      <a:pt x="249951" y="214099"/>
                      <a:pt x="249951" y="234203"/>
                    </a:cubicBezTo>
                    <a:lnTo>
                      <a:pt x="249951" y="317737"/>
                    </a:lnTo>
                    <a:cubicBezTo>
                      <a:pt x="251515" y="315959"/>
                      <a:pt x="253337" y="314393"/>
                      <a:pt x="255441" y="313176"/>
                    </a:cubicBezTo>
                    <a:lnTo>
                      <a:pt x="427103" y="214067"/>
                    </a:lnTo>
                    <a:cubicBezTo>
                      <a:pt x="433900" y="210143"/>
                      <a:pt x="442267" y="210143"/>
                      <a:pt x="449064" y="214067"/>
                    </a:cubicBezTo>
                    <a:cubicBezTo>
                      <a:pt x="455854" y="217987"/>
                      <a:pt x="460043" y="225239"/>
                      <a:pt x="460043" y="233083"/>
                    </a:cubicBezTo>
                    <a:lnTo>
                      <a:pt x="460043" y="431300"/>
                    </a:lnTo>
                    <a:close/>
                  </a:path>
                </a:pathLst>
              </a:custGeom>
              <a:solidFill>
                <a:schemeClr val="tx1"/>
              </a:solidFill>
              <a:ln w="2096" cap="flat">
                <a:solidFill>
                  <a:schemeClr val="tx1"/>
                </a:solidFill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/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1330A5A-620C-DB50-EB6F-F074CF629469}"/>
              </a:ext>
            </a:extLst>
          </p:cNvPr>
          <p:cNvSpPr txBox="1"/>
          <p:nvPr/>
        </p:nvSpPr>
        <p:spPr>
          <a:xfrm>
            <a:off x="1127789" y="989221"/>
            <a:ext cx="1014402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rgbClr val="1BD760"/>
                </a:solidFill>
                <a:latin typeface="Avenir Book" panose="02000503020000020003" pitchFamily="2" charset="0"/>
                <a:cs typeface="Gotu" pitchFamily="2" charset="77"/>
              </a:rPr>
              <a:t>Spotify </a:t>
            </a:r>
            <a:r>
              <a:rPr lang="en-US" sz="6600">
                <a:solidFill>
                  <a:srgbClr val="1BD760"/>
                </a:solidFill>
                <a:latin typeface="Avenir Book" panose="02000503020000020003" pitchFamily="2" charset="0"/>
                <a:cs typeface="Gotu" pitchFamily="2" charset="77"/>
              </a:rPr>
              <a:t>Music</a:t>
            </a:r>
            <a:r>
              <a:rPr lang="en-US" sz="6600" b="1">
                <a:solidFill>
                  <a:srgbClr val="1BD760"/>
                </a:solidFill>
                <a:latin typeface="Avenir Book" panose="02000503020000020003" pitchFamily="2" charset="0"/>
                <a:cs typeface="Gotu" pitchFamily="2" charset="77"/>
              </a:rPr>
              <a:t> Recommendation System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CCBA65-A27A-BF00-7137-801F32638C5F}"/>
              </a:ext>
            </a:extLst>
          </p:cNvPr>
          <p:cNvSpPr txBox="1"/>
          <p:nvPr/>
        </p:nvSpPr>
        <p:spPr>
          <a:xfrm>
            <a:off x="1125348" y="3937422"/>
            <a:ext cx="20663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Avenir Book" panose="02000503020000020003" pitchFamily="2" charset="0"/>
              </a:rPr>
              <a:t>Presented by </a:t>
            </a:r>
            <a:br>
              <a:rPr lang="en-US" sz="1400">
                <a:latin typeface="Avenir Book" panose="02000503020000020003" pitchFamily="2" charset="0"/>
              </a:rPr>
            </a:br>
            <a:br>
              <a:rPr lang="en-US" sz="1400">
                <a:latin typeface="Avenir Book" panose="02000503020000020003" pitchFamily="2" charset="0"/>
              </a:rPr>
            </a:br>
            <a:r>
              <a:rPr lang="en-US" sz="1400">
                <a:latin typeface="Avenir Book" panose="02000503020000020003" pitchFamily="2" charset="0"/>
              </a:rPr>
              <a:t>Rohit Varma Nadimpalli</a:t>
            </a:r>
          </a:p>
          <a:p>
            <a:r>
              <a:rPr lang="en-US" sz="1400">
                <a:latin typeface="Avenir Book" panose="02000503020000020003" pitchFamily="2" charset="0"/>
              </a:rPr>
              <a:t>Manish Reddy Pannala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450D649-AD14-9BB2-DFB7-E06A8154EFE1}"/>
              </a:ext>
            </a:extLst>
          </p:cNvPr>
          <p:cNvSpPr/>
          <p:nvPr/>
        </p:nvSpPr>
        <p:spPr>
          <a:xfrm>
            <a:off x="344905" y="397042"/>
            <a:ext cx="11502189" cy="6063916"/>
          </a:xfrm>
          <a:prstGeom prst="roundRect">
            <a:avLst/>
          </a:prstGeom>
          <a:noFill/>
          <a:ln>
            <a:gradFill flip="none" rotWithShape="1">
              <a:gsLst>
                <a:gs pos="0">
                  <a:schemeClr val="accent6">
                    <a:lumMod val="89000"/>
                  </a:schemeClr>
                </a:gs>
                <a:gs pos="29000">
                  <a:schemeClr val="accent6">
                    <a:lumMod val="89000"/>
                  </a:schemeClr>
                </a:gs>
                <a:gs pos="69000">
                  <a:schemeClr val="accent6">
                    <a:lumMod val="75000"/>
                  </a:schemeClr>
                </a:gs>
                <a:gs pos="97000">
                  <a:schemeClr val="accent6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3EC227-03B6-0EB3-3BD7-91A9D2582C06}"/>
              </a:ext>
            </a:extLst>
          </p:cNvPr>
          <p:cNvSpPr txBox="1"/>
          <p:nvPr/>
        </p:nvSpPr>
        <p:spPr>
          <a:xfrm>
            <a:off x="2158481" y="5740672"/>
            <a:ext cx="824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00">
                <a:solidFill>
                  <a:schemeClr val="bg1"/>
                </a:solidFill>
              </a:rPr>
              <a:t>03:01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89C2F9-F587-77F2-C16D-AE7B09D0FA7A}"/>
              </a:ext>
            </a:extLst>
          </p:cNvPr>
          <p:cNvSpPr txBox="1"/>
          <p:nvPr/>
        </p:nvSpPr>
        <p:spPr>
          <a:xfrm>
            <a:off x="3457955" y="3698751"/>
            <a:ext cx="49196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venir Book" panose="02000503020000020003" pitchFamily="2" charset="0"/>
              </a:rPr>
              <a:t>Group 18</a:t>
            </a:r>
            <a:b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</a:br>
            <a:b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</a:br>
            <a: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  <a:t>Presented by </a:t>
            </a:r>
            <a:b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</a:br>
            <a:b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</a:br>
            <a: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  <a:t>Rohit Varma Nadimpalli</a:t>
            </a:r>
          </a:p>
          <a:p>
            <a:pPr algn="ctr"/>
            <a: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  <a:t>Manish Reddy Pannala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7D0DE3-9B8D-C6AC-AFDC-3E1185E9F2EE}"/>
              </a:ext>
            </a:extLst>
          </p:cNvPr>
          <p:cNvSpPr txBox="1"/>
          <p:nvPr/>
        </p:nvSpPr>
        <p:spPr>
          <a:xfrm>
            <a:off x="1267363" y="3353493"/>
            <a:ext cx="364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DSCI 641: Recommender System’s</a:t>
            </a:r>
          </a:p>
        </p:txBody>
      </p:sp>
    </p:spTree>
    <p:extLst>
      <p:ext uri="{BB962C8B-B14F-4D97-AF65-F5344CB8AC3E}">
        <p14:creationId xmlns:p14="http://schemas.microsoft.com/office/powerpoint/2010/main" val="3164225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55000">
              <a:schemeClr val="tx1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0">
            <a:extLst>
              <a:ext uri="{FF2B5EF4-FFF2-40B4-BE49-F238E27FC236}">
                <a16:creationId xmlns:a16="http://schemas.microsoft.com/office/drawing/2014/main" id="{D44DB680-A8FD-7D98-B567-90164B16B3A3}"/>
              </a:ext>
            </a:extLst>
          </p:cNvPr>
          <p:cNvSpPr txBox="1"/>
          <p:nvPr/>
        </p:nvSpPr>
        <p:spPr>
          <a:xfrm>
            <a:off x="9246705" y="5656825"/>
            <a:ext cx="1404020" cy="33983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00:20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330A5A-620C-DB50-EB6F-F074CF629469}"/>
              </a:ext>
            </a:extLst>
          </p:cNvPr>
          <p:cNvSpPr txBox="1"/>
          <p:nvPr/>
        </p:nvSpPr>
        <p:spPr>
          <a:xfrm>
            <a:off x="1127789" y="989221"/>
            <a:ext cx="101440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srgbClr val="1BD760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Gotu" pitchFamily="2" charset="77"/>
              </a:rPr>
              <a:t>Introduction 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450D649-AD14-9BB2-DFB7-E06A8154EFE1}"/>
              </a:ext>
            </a:extLst>
          </p:cNvPr>
          <p:cNvSpPr/>
          <p:nvPr/>
        </p:nvSpPr>
        <p:spPr>
          <a:xfrm>
            <a:off x="344905" y="397042"/>
            <a:ext cx="11502189" cy="6063916"/>
          </a:xfrm>
          <a:prstGeom prst="roundRect">
            <a:avLst/>
          </a:prstGeom>
          <a:noFill/>
          <a:ln>
            <a:gradFill flip="none" rotWithShape="1">
              <a:gsLst>
                <a:gs pos="0">
                  <a:schemeClr val="accent6">
                    <a:lumMod val="89000"/>
                  </a:schemeClr>
                </a:gs>
                <a:gs pos="29000">
                  <a:schemeClr val="accent6">
                    <a:lumMod val="89000"/>
                  </a:schemeClr>
                </a:gs>
                <a:gs pos="69000">
                  <a:schemeClr val="accent6">
                    <a:lumMod val="75000"/>
                  </a:schemeClr>
                </a:gs>
                <a:gs pos="97000">
                  <a:schemeClr val="accent6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8F1C77-575B-C46F-DDC9-370196C80C9C}"/>
              </a:ext>
            </a:extLst>
          </p:cNvPr>
          <p:cNvSpPr txBox="1"/>
          <p:nvPr/>
        </p:nvSpPr>
        <p:spPr>
          <a:xfrm>
            <a:off x="3050005" y="3244334"/>
            <a:ext cx="6100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03:01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42682F-CEE7-A6AA-C3E0-3E23FC237CA2}"/>
              </a:ext>
            </a:extLst>
          </p:cNvPr>
          <p:cNvSpPr txBox="1"/>
          <p:nvPr/>
        </p:nvSpPr>
        <p:spPr>
          <a:xfrm>
            <a:off x="1127789" y="2363616"/>
            <a:ext cx="93035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  <a:t>Music has become one of the most consumed forms of entertainment in the world, and streaming platforms like </a:t>
            </a:r>
            <a:r>
              <a:rPr lang="en-US" sz="1400" err="1">
                <a:solidFill>
                  <a:schemeClr val="bg1"/>
                </a:solidFill>
                <a:latin typeface="Avenir Book" panose="02000503020000020003" pitchFamily="2" charset="0"/>
              </a:rPr>
              <a:t>spotify</a:t>
            </a:r>
            <a: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  <a:t> host millions of songs across different genres, artists, and eras. With such a massive library, listeners often rely on recommender systems to help them discover music that matches their taste. In this project, we set out to design and implement a music recommendation system using a </a:t>
            </a:r>
            <a:r>
              <a:rPr lang="en-US" sz="1400" err="1">
                <a:solidFill>
                  <a:schemeClr val="bg1"/>
                </a:solidFill>
                <a:latin typeface="Avenir Book" panose="02000503020000020003" pitchFamily="2" charset="0"/>
              </a:rPr>
              <a:t>spotify</a:t>
            </a:r>
            <a: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  <a:t> dataset. The system uses both content-based filtering, which compares audio features such as tempo, energy, and danceability, and popularity-based filtering, which suggests songs that are widely played and trending. We also extended these ideas into a hybrid system that balances similarity and popularity, and added genre- and year-based recommenders for more focused exploration. To make the system transparent, we implemented an explanation function that shows why a song was recommended, such as having a similar tempo or mood. While we faced challenges with scalability and could only work with a smaller portion of the dataset due to system capacity, the project gave us valuable hands-on experience in building, explaining, and reflecting on different types of music recommender systems. 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48A717-E9BA-FE16-BDA9-48D3A95DF915}"/>
              </a:ext>
            </a:extLst>
          </p:cNvPr>
          <p:cNvCxnSpPr>
            <a:cxnSpLocks/>
          </p:cNvCxnSpPr>
          <p:nvPr/>
        </p:nvCxnSpPr>
        <p:spPr>
          <a:xfrm flipH="1">
            <a:off x="1262301" y="1956113"/>
            <a:ext cx="4660327" cy="0"/>
          </a:xfrm>
          <a:prstGeom prst="line">
            <a:avLst/>
          </a:prstGeom>
          <a:ln w="25400">
            <a:solidFill>
              <a:schemeClr val="accent6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592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55000">
              <a:schemeClr val="tx1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0">
            <a:extLst>
              <a:ext uri="{FF2B5EF4-FFF2-40B4-BE49-F238E27FC236}">
                <a16:creationId xmlns:a16="http://schemas.microsoft.com/office/drawing/2014/main" id="{D44DB680-A8FD-7D98-B567-90164B16B3A3}"/>
              </a:ext>
            </a:extLst>
          </p:cNvPr>
          <p:cNvSpPr txBox="1"/>
          <p:nvPr/>
        </p:nvSpPr>
        <p:spPr>
          <a:xfrm>
            <a:off x="9246705" y="5656825"/>
            <a:ext cx="1404020" cy="33983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00:20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450D649-AD14-9BB2-DFB7-E06A8154EFE1}"/>
              </a:ext>
            </a:extLst>
          </p:cNvPr>
          <p:cNvSpPr/>
          <p:nvPr/>
        </p:nvSpPr>
        <p:spPr>
          <a:xfrm>
            <a:off x="344905" y="397042"/>
            <a:ext cx="11502189" cy="6063916"/>
          </a:xfrm>
          <a:prstGeom prst="roundRect">
            <a:avLst/>
          </a:prstGeom>
          <a:noFill/>
          <a:ln>
            <a:gradFill flip="none" rotWithShape="1">
              <a:gsLst>
                <a:gs pos="0">
                  <a:schemeClr val="accent6">
                    <a:lumMod val="89000"/>
                  </a:schemeClr>
                </a:gs>
                <a:gs pos="29000">
                  <a:schemeClr val="accent6">
                    <a:lumMod val="89000"/>
                  </a:schemeClr>
                </a:gs>
                <a:gs pos="69000">
                  <a:schemeClr val="accent6">
                    <a:lumMod val="75000"/>
                  </a:schemeClr>
                </a:gs>
                <a:gs pos="97000">
                  <a:schemeClr val="accent6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8F1C77-575B-C46F-DDC9-370196C80C9C}"/>
              </a:ext>
            </a:extLst>
          </p:cNvPr>
          <p:cNvSpPr txBox="1"/>
          <p:nvPr/>
        </p:nvSpPr>
        <p:spPr>
          <a:xfrm>
            <a:off x="3050005" y="3244334"/>
            <a:ext cx="6100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03:01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C3686F6-AD43-85A4-59FE-E5D0AD1B5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251275"/>
              </p:ext>
            </p:extLst>
          </p:nvPr>
        </p:nvGraphicFramePr>
        <p:xfrm>
          <a:off x="1812757" y="791100"/>
          <a:ext cx="8884149" cy="529257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479662">
                  <a:extLst>
                    <a:ext uri="{9D8B030D-6E8A-4147-A177-3AD203B41FA5}">
                      <a16:colId xmlns:a16="http://schemas.microsoft.com/office/drawing/2014/main" val="2046449012"/>
                    </a:ext>
                  </a:extLst>
                </a:gridCol>
                <a:gridCol w="2825319">
                  <a:extLst>
                    <a:ext uri="{9D8B030D-6E8A-4147-A177-3AD203B41FA5}">
                      <a16:colId xmlns:a16="http://schemas.microsoft.com/office/drawing/2014/main" val="2278278643"/>
                    </a:ext>
                  </a:extLst>
                </a:gridCol>
                <a:gridCol w="3579168">
                  <a:extLst>
                    <a:ext uri="{9D8B030D-6E8A-4147-A177-3AD203B41FA5}">
                      <a16:colId xmlns:a16="http://schemas.microsoft.com/office/drawing/2014/main" val="253162905"/>
                    </a:ext>
                  </a:extLst>
                </a:gridCol>
              </a:tblGrid>
              <a:tr h="222865">
                <a:tc>
                  <a:txBody>
                    <a:bodyPr/>
                    <a:lstStyle/>
                    <a:p>
                      <a:pPr lvl="0"/>
                      <a:r>
                        <a:rPr lang="en-US" sz="1600" b="1" kern="1200">
                          <a:solidFill>
                            <a:srgbClr val="FFFFFF"/>
                          </a:solidFill>
                        </a:rPr>
                        <a:t>Attribute Group</a:t>
                      </a:r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 b="1" kern="1200">
                          <a:solidFill>
                            <a:srgbClr val="FFFFFF"/>
                          </a:solidFill>
                        </a:rPr>
                        <a:t>Attributes</a:t>
                      </a:r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 b="1" kern="120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272092"/>
                  </a:ext>
                </a:extLst>
              </a:tr>
              <a:tr h="887627"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kern="1200">
                          <a:solidFill>
                            <a:srgbClr val="000000"/>
                          </a:solidFill>
                        </a:rPr>
                        <a:t>Basic Track Information</a:t>
                      </a:r>
                    </a:p>
                    <a:p>
                      <a:pPr lvl="0"/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0" kern="1200">
                          <a:solidFill>
                            <a:srgbClr val="000000"/>
                          </a:solidFill>
                        </a:rPr>
                        <a:t>Track ID, Name, Artists, Popularity, Year of release</a:t>
                      </a:r>
                    </a:p>
                    <a:p>
                      <a:pPr lvl="0"/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0" kern="1200">
                          <a:solidFill>
                            <a:srgbClr val="000000"/>
                          </a:solidFill>
                        </a:rPr>
                        <a:t>Unique track identifier, song title, performing artists, popularity score (0-100), release year</a:t>
                      </a:r>
                    </a:p>
                    <a:p>
                      <a:pPr lvl="0"/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/>
                </a:tc>
                <a:extLst>
                  <a:ext uri="{0D108BD9-81ED-4DB2-BD59-A6C34878D82A}">
                    <a16:rowId xmlns:a16="http://schemas.microsoft.com/office/drawing/2014/main" val="445274307"/>
                  </a:ext>
                </a:extLst>
              </a:tr>
              <a:tr h="721436"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kern="1200">
                          <a:solidFill>
                            <a:srgbClr val="000000"/>
                          </a:solidFill>
                        </a:rPr>
                        <a:t>Musical Composition Details</a:t>
                      </a:r>
                    </a:p>
                    <a:p>
                      <a:pPr lvl="0"/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0" kern="1200">
                          <a:solidFill>
                            <a:srgbClr val="000000"/>
                          </a:solidFill>
                        </a:rPr>
                        <a:t>Tempo, Time Signature, Mode, Key</a:t>
                      </a:r>
                    </a:p>
                    <a:p>
                      <a:pPr lvl="0"/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0" kern="1200">
                          <a:solidFill>
                            <a:srgbClr val="000000"/>
                          </a:solidFill>
                        </a:rPr>
                        <a:t>Beats per minute, rhythmic structure, major/minor scale, primary pitch</a:t>
                      </a:r>
                    </a:p>
                    <a:p>
                      <a:pPr lvl="0"/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/>
                </a:tc>
                <a:extLst>
                  <a:ext uri="{0D108BD9-81ED-4DB2-BD59-A6C34878D82A}">
                    <a16:rowId xmlns:a16="http://schemas.microsoft.com/office/drawing/2014/main" val="3491391907"/>
                  </a:ext>
                </a:extLst>
              </a:tr>
              <a:tr h="1552389"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kern="1200">
                          <a:solidFill>
                            <a:srgbClr val="000000"/>
                          </a:solidFill>
                        </a:rPr>
                        <a:t>Audio Features (numeric sound descriptors)</a:t>
                      </a:r>
                    </a:p>
                    <a:p>
                      <a:pPr lvl="0"/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0" kern="1200" err="1">
                          <a:solidFill>
                            <a:srgbClr val="000000"/>
                          </a:solidFill>
                        </a:rPr>
                        <a:t>Acousticness</a:t>
                      </a:r>
                      <a:r>
                        <a:rPr lang="en-US" sz="1600" b="0" kern="1200">
                          <a:solidFill>
                            <a:srgbClr val="000000"/>
                          </a:solidFill>
                        </a:rPr>
                        <a:t>, Danceability, Energy, </a:t>
                      </a:r>
                      <a:r>
                        <a:rPr lang="en-US" sz="1600" b="0" kern="1200" err="1">
                          <a:solidFill>
                            <a:srgbClr val="000000"/>
                          </a:solidFill>
                        </a:rPr>
                        <a:t>Instrumentalness</a:t>
                      </a:r>
                      <a:r>
                        <a:rPr lang="en-US" sz="1600" b="0" kern="1200">
                          <a:solidFill>
                            <a:srgbClr val="000000"/>
                          </a:solidFill>
                        </a:rPr>
                        <a:t>, Liveness, Loudness, </a:t>
                      </a:r>
                      <a:r>
                        <a:rPr lang="en-US" sz="1600" b="0" kern="1200" err="1">
                          <a:solidFill>
                            <a:srgbClr val="000000"/>
                          </a:solidFill>
                        </a:rPr>
                        <a:t>Speechiness</a:t>
                      </a:r>
                      <a:r>
                        <a:rPr lang="en-US" sz="1600" b="0" kern="1200">
                          <a:solidFill>
                            <a:srgbClr val="000000"/>
                          </a:solidFill>
                        </a:rPr>
                        <a:t>, Valence</a:t>
                      </a:r>
                    </a:p>
                    <a:p>
                      <a:pPr lvl="0"/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0" kern="1200">
                          <a:solidFill>
                            <a:srgbClr val="000000"/>
                          </a:solidFill>
                        </a:rPr>
                        <a:t>Quantitative measures of sound characteristics such as acoustic presence, rhythm suitability for dancing, energy level, instrumental content, audience presence, volume in decibels, spoken word presence, and musical positivity</a:t>
                      </a:r>
                    </a:p>
                    <a:p>
                      <a:pPr lvl="0"/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/>
                </a:tc>
                <a:extLst>
                  <a:ext uri="{0D108BD9-81ED-4DB2-BD59-A6C34878D82A}">
                    <a16:rowId xmlns:a16="http://schemas.microsoft.com/office/drawing/2014/main" val="1166498222"/>
                  </a:ext>
                </a:extLst>
              </a:tr>
              <a:tr h="721436"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kern="1200">
                          <a:solidFill>
                            <a:srgbClr val="000000"/>
                          </a:solidFill>
                        </a:rPr>
                        <a:t>Value for Recommendation</a:t>
                      </a:r>
                    </a:p>
                    <a:p>
                      <a:pPr lvl="0"/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0" kern="1200">
                          <a:solidFill>
                            <a:srgbClr val="000000"/>
                          </a:solidFill>
                        </a:rPr>
                        <a:t>Objective audio features, popularity trends, metadata</a:t>
                      </a:r>
                    </a:p>
                    <a:p>
                      <a:pPr lvl="0"/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0" kern="1200">
                          <a:solidFill>
                            <a:srgbClr val="000000"/>
                          </a:solidFill>
                        </a:rPr>
                        <a:t>Supports content-based, popularity-based, and hybrid recommendation strategies</a:t>
                      </a:r>
                    </a:p>
                    <a:p>
                      <a:pPr lvl="0"/>
                      <a:endParaRPr lang="en-US" sz="1600">
                        <a:latin typeface="Avenir Book" panose="02000503020000020003" pitchFamily="2" charset="0"/>
                      </a:endParaRPr>
                    </a:p>
                  </a:txBody>
                  <a:tcPr marL="83146" marR="83146" marT="41577" marB="41577"/>
                </a:tc>
                <a:extLst>
                  <a:ext uri="{0D108BD9-81ED-4DB2-BD59-A6C34878D82A}">
                    <a16:rowId xmlns:a16="http://schemas.microsoft.com/office/drawing/2014/main" val="80742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4242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1629ACA-6E31-7D53-960C-BAA2960E14EB}"/>
              </a:ext>
            </a:extLst>
          </p:cNvPr>
          <p:cNvSpPr/>
          <p:nvPr/>
        </p:nvSpPr>
        <p:spPr>
          <a:xfrm>
            <a:off x="4546743" y="3164305"/>
            <a:ext cx="2620972" cy="2632777"/>
          </a:xfrm>
          <a:prstGeom prst="ellipse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450D649-AD14-9BB2-DFB7-E06A8154EFE1}"/>
              </a:ext>
            </a:extLst>
          </p:cNvPr>
          <p:cNvSpPr/>
          <p:nvPr/>
        </p:nvSpPr>
        <p:spPr>
          <a:xfrm>
            <a:off x="344905" y="397042"/>
            <a:ext cx="11502189" cy="6063916"/>
          </a:xfrm>
          <a:prstGeom prst="roundRect">
            <a:avLst/>
          </a:prstGeom>
          <a:noFill/>
          <a:ln>
            <a:gradFill flip="none" rotWithShape="1">
              <a:gsLst>
                <a:gs pos="0">
                  <a:schemeClr val="accent6">
                    <a:lumMod val="89000"/>
                  </a:schemeClr>
                </a:gs>
                <a:gs pos="29000">
                  <a:schemeClr val="accent6">
                    <a:lumMod val="89000"/>
                  </a:schemeClr>
                </a:gs>
                <a:gs pos="69000">
                  <a:schemeClr val="accent6">
                    <a:lumMod val="75000"/>
                  </a:schemeClr>
                </a:gs>
                <a:gs pos="97000">
                  <a:schemeClr val="accent6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FE412E22-4B5A-508A-4F1F-609DC47BCD42}"/>
              </a:ext>
            </a:extLst>
          </p:cNvPr>
          <p:cNvSpPr txBox="1"/>
          <p:nvPr/>
        </p:nvSpPr>
        <p:spPr>
          <a:xfrm>
            <a:off x="934452" y="878717"/>
            <a:ext cx="11129610" cy="132343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1BD760"/>
                </a:solidFill>
                <a:uFillTx/>
                <a:latin typeface="Avenir Book" panose="02000503020000020003" pitchFamily="2" charset="0"/>
              </a:rPr>
              <a:t>Types of Recommender Systems Implemented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1BD76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ptos"/>
              </a:rPr>
              <a:t>Explore diverse recommendation paradigms tailored for user preferences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015839A3-DE50-C880-BAE8-726105A5B7BD}"/>
              </a:ext>
            </a:extLst>
          </p:cNvPr>
          <p:cNvSpPr/>
          <p:nvPr/>
        </p:nvSpPr>
        <p:spPr>
          <a:xfrm>
            <a:off x="4546743" y="3164305"/>
            <a:ext cx="2645037" cy="2645037"/>
          </a:xfrm>
          <a:prstGeom prst="arc">
            <a:avLst>
              <a:gd name="adj1" fmla="val 16200000"/>
              <a:gd name="adj2" fmla="val 9053677"/>
            </a:avLst>
          </a:prstGeom>
          <a:ln w="25400">
            <a:solidFill>
              <a:srgbClr val="1BD76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BEF68569-A374-EF0D-FD16-055A13D1561E}"/>
              </a:ext>
            </a:extLst>
          </p:cNvPr>
          <p:cNvSpPr txBox="1"/>
          <p:nvPr/>
        </p:nvSpPr>
        <p:spPr>
          <a:xfrm>
            <a:off x="1612011" y="2539725"/>
            <a:ext cx="2939050" cy="9541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Use Year-Constrained Recommender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Limits songs to a specific year or era for nostalgia.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5FF724AE-E68A-B6A3-4DED-EC734525AA0E}"/>
              </a:ext>
            </a:extLst>
          </p:cNvPr>
          <p:cNvSpPr txBox="1"/>
          <p:nvPr/>
        </p:nvSpPr>
        <p:spPr>
          <a:xfrm>
            <a:off x="1031238" y="3798240"/>
            <a:ext cx="2805108" cy="11695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Apply Genre-Constrained Recommender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Filters songs within the </a:t>
            </a:r>
            <a:r>
              <a:rPr lang="en-US" sz="1400" b="1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same genre</a:t>
            </a: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 to keep style consistent.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chemeClr val="accent6">
                  <a:lumMod val="20000"/>
                  <a:lumOff val="80000"/>
                </a:schemeClr>
              </a:solidFill>
              <a:uFillTx/>
              <a:latin typeface="Avenir Book" panose="02000503020000020003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CFC548A-527C-F694-758B-C631CF377A91}"/>
              </a:ext>
            </a:extLst>
          </p:cNvPr>
          <p:cNvGrpSpPr/>
          <p:nvPr/>
        </p:nvGrpSpPr>
        <p:grpSpPr>
          <a:xfrm>
            <a:off x="5159283" y="5964741"/>
            <a:ext cx="1371825" cy="316298"/>
            <a:chOff x="5164551" y="5554667"/>
            <a:chExt cx="2029777" cy="468000"/>
          </a:xfrm>
          <a:solidFill>
            <a:schemeClr val="bg1"/>
          </a:solidFill>
        </p:grpSpPr>
        <p:sp>
          <p:nvSpPr>
            <p:cNvPr id="10" name="Graphic 16">
              <a:extLst>
                <a:ext uri="{FF2B5EF4-FFF2-40B4-BE49-F238E27FC236}">
                  <a16:creationId xmlns:a16="http://schemas.microsoft.com/office/drawing/2014/main" id="{665EB8F3-C5AD-BC7E-7FA1-0B4FB497F6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9440" y="5608667"/>
              <a:ext cx="360000" cy="360000"/>
            </a:xfrm>
            <a:custGeom>
              <a:avLst/>
              <a:gdLst>
                <a:gd name="connsiteX0" fmla="*/ 317500 w 635000"/>
                <a:gd name="connsiteY0" fmla="*/ 0 h 635000"/>
                <a:gd name="connsiteX1" fmla="*/ 0 w 635000"/>
                <a:gd name="connsiteY1" fmla="*/ 317500 h 635000"/>
                <a:gd name="connsiteX2" fmla="*/ 317500 w 635000"/>
                <a:gd name="connsiteY2" fmla="*/ 635000 h 635000"/>
                <a:gd name="connsiteX3" fmla="*/ 635000 w 635000"/>
                <a:gd name="connsiteY3" fmla="*/ 317500 h 635000"/>
                <a:gd name="connsiteX4" fmla="*/ 317500 w 635000"/>
                <a:gd name="connsiteY4" fmla="*/ 0 h 635000"/>
                <a:gd name="connsiteX5" fmla="*/ 435707 w 635000"/>
                <a:gd name="connsiteY5" fmla="*/ 334996 h 635000"/>
                <a:gd name="connsiteX6" fmla="*/ 252495 w 635000"/>
                <a:gd name="connsiteY6" fmla="*/ 440768 h 635000"/>
                <a:gd name="connsiteX7" fmla="*/ 243453 w 635000"/>
                <a:gd name="connsiteY7" fmla="*/ 443190 h 635000"/>
                <a:gd name="connsiteX8" fmla="*/ 234406 w 635000"/>
                <a:gd name="connsiteY8" fmla="*/ 440768 h 635000"/>
                <a:gd name="connsiteX9" fmla="*/ 225370 w 635000"/>
                <a:gd name="connsiteY9" fmla="*/ 425101 h 635000"/>
                <a:gd name="connsiteX10" fmla="*/ 225370 w 635000"/>
                <a:gd name="connsiteY10" fmla="*/ 213551 h 635000"/>
                <a:gd name="connsiteX11" fmla="*/ 234406 w 635000"/>
                <a:gd name="connsiteY11" fmla="*/ 197883 h 635000"/>
                <a:gd name="connsiteX12" fmla="*/ 252506 w 635000"/>
                <a:gd name="connsiteY12" fmla="*/ 197883 h 635000"/>
                <a:gd name="connsiteX13" fmla="*/ 435718 w 635000"/>
                <a:gd name="connsiteY13" fmla="*/ 303661 h 635000"/>
                <a:gd name="connsiteX14" fmla="*/ 444754 w 635000"/>
                <a:gd name="connsiteY14" fmla="*/ 319329 h 635000"/>
                <a:gd name="connsiteX15" fmla="*/ 435707 w 635000"/>
                <a:gd name="connsiteY15" fmla="*/ 334996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49" y="0"/>
                    <a:pt x="0" y="142160"/>
                    <a:pt x="0" y="317500"/>
                  </a:cubicBezTo>
                  <a:cubicBezTo>
                    <a:pt x="0" y="492847"/>
                    <a:pt x="142149" y="635000"/>
                    <a:pt x="317500" y="635000"/>
                  </a:cubicBezTo>
                  <a:cubicBezTo>
                    <a:pt x="492851" y="635000"/>
                    <a:pt x="635000" y="492847"/>
                    <a:pt x="635000" y="317500"/>
                  </a:cubicBezTo>
                  <a:cubicBezTo>
                    <a:pt x="635000" y="142160"/>
                    <a:pt x="492851" y="0"/>
                    <a:pt x="317500" y="0"/>
                  </a:cubicBezTo>
                  <a:close/>
                  <a:moveTo>
                    <a:pt x="435707" y="334996"/>
                  </a:moveTo>
                  <a:lnTo>
                    <a:pt x="252495" y="440768"/>
                  </a:lnTo>
                  <a:cubicBezTo>
                    <a:pt x="249701" y="442388"/>
                    <a:pt x="246571" y="443190"/>
                    <a:pt x="243453" y="443190"/>
                  </a:cubicBezTo>
                  <a:cubicBezTo>
                    <a:pt x="240335" y="443190"/>
                    <a:pt x="237211" y="442388"/>
                    <a:pt x="234406" y="440768"/>
                  </a:cubicBezTo>
                  <a:cubicBezTo>
                    <a:pt x="228818" y="437540"/>
                    <a:pt x="225370" y="431567"/>
                    <a:pt x="225370" y="425101"/>
                  </a:cubicBezTo>
                  <a:lnTo>
                    <a:pt x="225370" y="213551"/>
                  </a:lnTo>
                  <a:cubicBezTo>
                    <a:pt x="225370" y="207088"/>
                    <a:pt x="228822" y="201105"/>
                    <a:pt x="234406" y="197883"/>
                  </a:cubicBezTo>
                  <a:cubicBezTo>
                    <a:pt x="240011" y="194649"/>
                    <a:pt x="246907" y="194649"/>
                    <a:pt x="252506" y="197883"/>
                  </a:cubicBezTo>
                  <a:lnTo>
                    <a:pt x="435718" y="303661"/>
                  </a:lnTo>
                  <a:cubicBezTo>
                    <a:pt x="441317" y="306900"/>
                    <a:pt x="444765" y="312873"/>
                    <a:pt x="444754" y="319329"/>
                  </a:cubicBezTo>
                  <a:cubicBezTo>
                    <a:pt x="444754" y="325789"/>
                    <a:pt x="441312" y="331768"/>
                    <a:pt x="435707" y="334996"/>
                  </a:cubicBezTo>
                  <a:close/>
                </a:path>
              </a:pathLst>
            </a:custGeom>
            <a:grpFill/>
            <a:ln w="2096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3CBDA51-A0BA-93BC-8671-04CA004D60B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164551" y="5554667"/>
              <a:ext cx="468000" cy="468000"/>
              <a:chOff x="3343367" y="1444172"/>
              <a:chExt cx="635000" cy="635000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E99C0CD-EA53-AD87-C182-A1CF94AAAC7F}"/>
                  </a:ext>
                </a:extLst>
              </p:cNvPr>
              <p:cNvSpPr/>
              <p:nvPr/>
            </p:nvSpPr>
            <p:spPr>
              <a:xfrm>
                <a:off x="3381070" y="1481875"/>
                <a:ext cx="559594" cy="5595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D"/>
              </a:p>
            </p:txBody>
          </p:sp>
          <p:sp>
            <p:nvSpPr>
              <p:cNvPr id="17" name="Graphic 14">
                <a:extLst>
                  <a:ext uri="{FF2B5EF4-FFF2-40B4-BE49-F238E27FC236}">
                    <a16:creationId xmlns:a16="http://schemas.microsoft.com/office/drawing/2014/main" id="{0AB37F79-5803-5FFF-4CBD-9A8DBAFE0C6D}"/>
                  </a:ext>
                </a:extLst>
              </p:cNvPr>
              <p:cNvSpPr/>
              <p:nvPr/>
            </p:nvSpPr>
            <p:spPr>
              <a:xfrm>
                <a:off x="3343367" y="1444172"/>
                <a:ext cx="635000" cy="635000"/>
              </a:xfrm>
              <a:custGeom>
                <a:avLst/>
                <a:gdLst>
                  <a:gd name="connsiteX0" fmla="*/ 317500 w 635000"/>
                  <a:gd name="connsiteY0" fmla="*/ 0 h 635000"/>
                  <a:gd name="connsiteX1" fmla="*/ 0 w 635000"/>
                  <a:gd name="connsiteY1" fmla="*/ 317500 h 635000"/>
                  <a:gd name="connsiteX2" fmla="*/ 317500 w 635000"/>
                  <a:gd name="connsiteY2" fmla="*/ 635000 h 635000"/>
                  <a:gd name="connsiteX3" fmla="*/ 635000 w 635000"/>
                  <a:gd name="connsiteY3" fmla="*/ 317500 h 635000"/>
                  <a:gd name="connsiteX4" fmla="*/ 317500 w 635000"/>
                  <a:gd name="connsiteY4" fmla="*/ 0 h 635000"/>
                  <a:gd name="connsiteX5" fmla="*/ 460043 w 635000"/>
                  <a:gd name="connsiteY5" fmla="*/ 431300 h 635000"/>
                  <a:gd name="connsiteX6" fmla="*/ 449064 w 635000"/>
                  <a:gd name="connsiteY6" fmla="*/ 450312 h 635000"/>
                  <a:gd name="connsiteX7" fmla="*/ 438084 w 635000"/>
                  <a:gd name="connsiteY7" fmla="*/ 453261 h 635000"/>
                  <a:gd name="connsiteX8" fmla="*/ 427105 w 635000"/>
                  <a:gd name="connsiteY8" fmla="*/ 450312 h 635000"/>
                  <a:gd name="connsiteX9" fmla="*/ 255437 w 635000"/>
                  <a:gd name="connsiteY9" fmla="*/ 351204 h 635000"/>
                  <a:gd name="connsiteX10" fmla="*/ 249947 w 635000"/>
                  <a:gd name="connsiteY10" fmla="*/ 346647 h 635000"/>
                  <a:gd name="connsiteX11" fmla="*/ 249947 w 635000"/>
                  <a:gd name="connsiteY11" fmla="*/ 422751 h 635000"/>
                  <a:gd name="connsiteX12" fmla="*/ 213544 w 635000"/>
                  <a:gd name="connsiteY12" fmla="*/ 459154 h 635000"/>
                  <a:gd name="connsiteX13" fmla="*/ 177142 w 635000"/>
                  <a:gd name="connsiteY13" fmla="*/ 422751 h 635000"/>
                  <a:gd name="connsiteX14" fmla="*/ 177142 w 635000"/>
                  <a:gd name="connsiteY14" fmla="*/ 234203 h 635000"/>
                  <a:gd name="connsiteX15" fmla="*/ 177146 w 635000"/>
                  <a:gd name="connsiteY15" fmla="*/ 234203 h 635000"/>
                  <a:gd name="connsiteX16" fmla="*/ 213548 w 635000"/>
                  <a:gd name="connsiteY16" fmla="*/ 197800 h 635000"/>
                  <a:gd name="connsiteX17" fmla="*/ 249951 w 635000"/>
                  <a:gd name="connsiteY17" fmla="*/ 234203 h 635000"/>
                  <a:gd name="connsiteX18" fmla="*/ 249951 w 635000"/>
                  <a:gd name="connsiteY18" fmla="*/ 317737 h 635000"/>
                  <a:gd name="connsiteX19" fmla="*/ 255441 w 635000"/>
                  <a:gd name="connsiteY19" fmla="*/ 313176 h 635000"/>
                  <a:gd name="connsiteX20" fmla="*/ 427103 w 635000"/>
                  <a:gd name="connsiteY20" fmla="*/ 214067 h 635000"/>
                  <a:gd name="connsiteX21" fmla="*/ 449064 w 635000"/>
                  <a:gd name="connsiteY21" fmla="*/ 214067 h 635000"/>
                  <a:gd name="connsiteX22" fmla="*/ 460043 w 635000"/>
                  <a:gd name="connsiteY22" fmla="*/ 233083 h 635000"/>
                  <a:gd name="connsiteX23" fmla="*/ 460043 w 635000"/>
                  <a:gd name="connsiteY23" fmla="*/ 431300 h 63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35000" h="635000">
                    <a:moveTo>
                      <a:pt x="317500" y="0"/>
                    </a:moveTo>
                    <a:cubicBezTo>
                      <a:pt x="142149" y="0"/>
                      <a:pt x="0" y="142149"/>
                      <a:pt x="0" y="317500"/>
                    </a:cubicBezTo>
                    <a:cubicBezTo>
                      <a:pt x="0" y="492847"/>
                      <a:pt x="142149" y="635000"/>
                      <a:pt x="317500" y="635000"/>
                    </a:cubicBezTo>
                    <a:cubicBezTo>
                      <a:pt x="492840" y="635000"/>
                      <a:pt x="635000" y="492840"/>
                      <a:pt x="635000" y="317500"/>
                    </a:cubicBezTo>
                    <a:cubicBezTo>
                      <a:pt x="635000" y="142153"/>
                      <a:pt x="492840" y="0"/>
                      <a:pt x="317500" y="0"/>
                    </a:cubicBezTo>
                    <a:close/>
                    <a:moveTo>
                      <a:pt x="460043" y="431300"/>
                    </a:moveTo>
                    <a:cubicBezTo>
                      <a:pt x="460043" y="439141"/>
                      <a:pt x="455854" y="446397"/>
                      <a:pt x="449064" y="450312"/>
                    </a:cubicBezTo>
                    <a:cubicBezTo>
                      <a:pt x="445666" y="452272"/>
                      <a:pt x="441867" y="453261"/>
                      <a:pt x="438084" y="453261"/>
                    </a:cubicBezTo>
                    <a:cubicBezTo>
                      <a:pt x="434291" y="453261"/>
                      <a:pt x="430502" y="452272"/>
                      <a:pt x="427105" y="450312"/>
                    </a:cubicBezTo>
                    <a:lnTo>
                      <a:pt x="255437" y="351204"/>
                    </a:lnTo>
                    <a:cubicBezTo>
                      <a:pt x="253335" y="349991"/>
                      <a:pt x="251513" y="348427"/>
                      <a:pt x="249947" y="346647"/>
                    </a:cubicBezTo>
                    <a:lnTo>
                      <a:pt x="249947" y="422751"/>
                    </a:lnTo>
                    <a:cubicBezTo>
                      <a:pt x="249947" y="442855"/>
                      <a:pt x="233648" y="459154"/>
                      <a:pt x="213544" y="459154"/>
                    </a:cubicBezTo>
                    <a:cubicBezTo>
                      <a:pt x="193440" y="459154"/>
                      <a:pt x="177142" y="442855"/>
                      <a:pt x="177142" y="422751"/>
                    </a:cubicBezTo>
                    <a:lnTo>
                      <a:pt x="177142" y="234203"/>
                    </a:lnTo>
                    <a:lnTo>
                      <a:pt x="177146" y="234203"/>
                    </a:lnTo>
                    <a:cubicBezTo>
                      <a:pt x="177146" y="214099"/>
                      <a:pt x="193444" y="197800"/>
                      <a:pt x="213548" y="197800"/>
                    </a:cubicBezTo>
                    <a:cubicBezTo>
                      <a:pt x="233652" y="197800"/>
                      <a:pt x="249951" y="214099"/>
                      <a:pt x="249951" y="234203"/>
                    </a:cubicBezTo>
                    <a:lnTo>
                      <a:pt x="249951" y="317737"/>
                    </a:lnTo>
                    <a:cubicBezTo>
                      <a:pt x="251515" y="315959"/>
                      <a:pt x="253337" y="314393"/>
                      <a:pt x="255441" y="313176"/>
                    </a:cubicBezTo>
                    <a:lnTo>
                      <a:pt x="427103" y="214067"/>
                    </a:lnTo>
                    <a:cubicBezTo>
                      <a:pt x="433900" y="210143"/>
                      <a:pt x="442267" y="210143"/>
                      <a:pt x="449064" y="214067"/>
                    </a:cubicBezTo>
                    <a:cubicBezTo>
                      <a:pt x="455854" y="217987"/>
                      <a:pt x="460043" y="225239"/>
                      <a:pt x="460043" y="233083"/>
                    </a:cubicBezTo>
                    <a:lnTo>
                      <a:pt x="460043" y="431300"/>
                    </a:lnTo>
                    <a:close/>
                  </a:path>
                </a:pathLst>
              </a:custGeom>
              <a:solidFill>
                <a:schemeClr val="tx1"/>
              </a:solidFill>
              <a:ln w="2096" cap="flat">
                <a:solidFill>
                  <a:schemeClr val="tx1"/>
                </a:solidFill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1A6FB03-FCF5-6E38-8E42-F4A1B4A8D6A0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6726328" y="5554667"/>
              <a:ext cx="468000" cy="468000"/>
              <a:chOff x="3343367" y="1444172"/>
              <a:chExt cx="635000" cy="635000"/>
            </a:xfrm>
            <a:grpFill/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F4784C0-5DDA-0FA6-0C00-14D6F1F1BC06}"/>
                  </a:ext>
                </a:extLst>
              </p:cNvPr>
              <p:cNvSpPr/>
              <p:nvPr/>
            </p:nvSpPr>
            <p:spPr>
              <a:xfrm>
                <a:off x="3381070" y="1481875"/>
                <a:ext cx="559594" cy="5595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D"/>
              </a:p>
            </p:txBody>
          </p:sp>
          <p:sp>
            <p:nvSpPr>
              <p:cNvPr id="14" name="Graphic 14">
                <a:extLst>
                  <a:ext uri="{FF2B5EF4-FFF2-40B4-BE49-F238E27FC236}">
                    <a16:creationId xmlns:a16="http://schemas.microsoft.com/office/drawing/2014/main" id="{AAD40BD0-7A60-AB84-1C1F-B39055E2A174}"/>
                  </a:ext>
                </a:extLst>
              </p:cNvPr>
              <p:cNvSpPr/>
              <p:nvPr/>
            </p:nvSpPr>
            <p:spPr>
              <a:xfrm>
                <a:off x="3343367" y="1444172"/>
                <a:ext cx="635000" cy="635000"/>
              </a:xfrm>
              <a:custGeom>
                <a:avLst/>
                <a:gdLst>
                  <a:gd name="connsiteX0" fmla="*/ 317500 w 635000"/>
                  <a:gd name="connsiteY0" fmla="*/ 0 h 635000"/>
                  <a:gd name="connsiteX1" fmla="*/ 0 w 635000"/>
                  <a:gd name="connsiteY1" fmla="*/ 317500 h 635000"/>
                  <a:gd name="connsiteX2" fmla="*/ 317500 w 635000"/>
                  <a:gd name="connsiteY2" fmla="*/ 635000 h 635000"/>
                  <a:gd name="connsiteX3" fmla="*/ 635000 w 635000"/>
                  <a:gd name="connsiteY3" fmla="*/ 317500 h 635000"/>
                  <a:gd name="connsiteX4" fmla="*/ 317500 w 635000"/>
                  <a:gd name="connsiteY4" fmla="*/ 0 h 635000"/>
                  <a:gd name="connsiteX5" fmla="*/ 460043 w 635000"/>
                  <a:gd name="connsiteY5" fmla="*/ 431300 h 635000"/>
                  <a:gd name="connsiteX6" fmla="*/ 449064 w 635000"/>
                  <a:gd name="connsiteY6" fmla="*/ 450312 h 635000"/>
                  <a:gd name="connsiteX7" fmla="*/ 438084 w 635000"/>
                  <a:gd name="connsiteY7" fmla="*/ 453261 h 635000"/>
                  <a:gd name="connsiteX8" fmla="*/ 427105 w 635000"/>
                  <a:gd name="connsiteY8" fmla="*/ 450312 h 635000"/>
                  <a:gd name="connsiteX9" fmla="*/ 255437 w 635000"/>
                  <a:gd name="connsiteY9" fmla="*/ 351204 h 635000"/>
                  <a:gd name="connsiteX10" fmla="*/ 249947 w 635000"/>
                  <a:gd name="connsiteY10" fmla="*/ 346647 h 635000"/>
                  <a:gd name="connsiteX11" fmla="*/ 249947 w 635000"/>
                  <a:gd name="connsiteY11" fmla="*/ 422751 h 635000"/>
                  <a:gd name="connsiteX12" fmla="*/ 213544 w 635000"/>
                  <a:gd name="connsiteY12" fmla="*/ 459154 h 635000"/>
                  <a:gd name="connsiteX13" fmla="*/ 177142 w 635000"/>
                  <a:gd name="connsiteY13" fmla="*/ 422751 h 635000"/>
                  <a:gd name="connsiteX14" fmla="*/ 177142 w 635000"/>
                  <a:gd name="connsiteY14" fmla="*/ 234203 h 635000"/>
                  <a:gd name="connsiteX15" fmla="*/ 177146 w 635000"/>
                  <a:gd name="connsiteY15" fmla="*/ 234203 h 635000"/>
                  <a:gd name="connsiteX16" fmla="*/ 213548 w 635000"/>
                  <a:gd name="connsiteY16" fmla="*/ 197800 h 635000"/>
                  <a:gd name="connsiteX17" fmla="*/ 249951 w 635000"/>
                  <a:gd name="connsiteY17" fmla="*/ 234203 h 635000"/>
                  <a:gd name="connsiteX18" fmla="*/ 249951 w 635000"/>
                  <a:gd name="connsiteY18" fmla="*/ 317737 h 635000"/>
                  <a:gd name="connsiteX19" fmla="*/ 255441 w 635000"/>
                  <a:gd name="connsiteY19" fmla="*/ 313176 h 635000"/>
                  <a:gd name="connsiteX20" fmla="*/ 427103 w 635000"/>
                  <a:gd name="connsiteY20" fmla="*/ 214067 h 635000"/>
                  <a:gd name="connsiteX21" fmla="*/ 449064 w 635000"/>
                  <a:gd name="connsiteY21" fmla="*/ 214067 h 635000"/>
                  <a:gd name="connsiteX22" fmla="*/ 460043 w 635000"/>
                  <a:gd name="connsiteY22" fmla="*/ 233083 h 635000"/>
                  <a:gd name="connsiteX23" fmla="*/ 460043 w 635000"/>
                  <a:gd name="connsiteY23" fmla="*/ 431300 h 63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35000" h="635000">
                    <a:moveTo>
                      <a:pt x="317500" y="0"/>
                    </a:moveTo>
                    <a:cubicBezTo>
                      <a:pt x="142149" y="0"/>
                      <a:pt x="0" y="142149"/>
                      <a:pt x="0" y="317500"/>
                    </a:cubicBezTo>
                    <a:cubicBezTo>
                      <a:pt x="0" y="492847"/>
                      <a:pt x="142149" y="635000"/>
                      <a:pt x="317500" y="635000"/>
                    </a:cubicBezTo>
                    <a:cubicBezTo>
                      <a:pt x="492840" y="635000"/>
                      <a:pt x="635000" y="492840"/>
                      <a:pt x="635000" y="317500"/>
                    </a:cubicBezTo>
                    <a:cubicBezTo>
                      <a:pt x="635000" y="142153"/>
                      <a:pt x="492840" y="0"/>
                      <a:pt x="317500" y="0"/>
                    </a:cubicBezTo>
                    <a:close/>
                    <a:moveTo>
                      <a:pt x="460043" y="431300"/>
                    </a:moveTo>
                    <a:cubicBezTo>
                      <a:pt x="460043" y="439141"/>
                      <a:pt x="455854" y="446397"/>
                      <a:pt x="449064" y="450312"/>
                    </a:cubicBezTo>
                    <a:cubicBezTo>
                      <a:pt x="445666" y="452272"/>
                      <a:pt x="441867" y="453261"/>
                      <a:pt x="438084" y="453261"/>
                    </a:cubicBezTo>
                    <a:cubicBezTo>
                      <a:pt x="434291" y="453261"/>
                      <a:pt x="430502" y="452272"/>
                      <a:pt x="427105" y="450312"/>
                    </a:cubicBezTo>
                    <a:lnTo>
                      <a:pt x="255437" y="351204"/>
                    </a:lnTo>
                    <a:cubicBezTo>
                      <a:pt x="253335" y="349991"/>
                      <a:pt x="251513" y="348427"/>
                      <a:pt x="249947" y="346647"/>
                    </a:cubicBezTo>
                    <a:lnTo>
                      <a:pt x="249947" y="422751"/>
                    </a:lnTo>
                    <a:cubicBezTo>
                      <a:pt x="249947" y="442855"/>
                      <a:pt x="233648" y="459154"/>
                      <a:pt x="213544" y="459154"/>
                    </a:cubicBezTo>
                    <a:cubicBezTo>
                      <a:pt x="193440" y="459154"/>
                      <a:pt x="177142" y="442855"/>
                      <a:pt x="177142" y="422751"/>
                    </a:cubicBezTo>
                    <a:lnTo>
                      <a:pt x="177142" y="234203"/>
                    </a:lnTo>
                    <a:lnTo>
                      <a:pt x="177146" y="234203"/>
                    </a:lnTo>
                    <a:cubicBezTo>
                      <a:pt x="177146" y="214099"/>
                      <a:pt x="193444" y="197800"/>
                      <a:pt x="213548" y="197800"/>
                    </a:cubicBezTo>
                    <a:cubicBezTo>
                      <a:pt x="233652" y="197800"/>
                      <a:pt x="249951" y="214099"/>
                      <a:pt x="249951" y="234203"/>
                    </a:cubicBezTo>
                    <a:lnTo>
                      <a:pt x="249951" y="317737"/>
                    </a:lnTo>
                    <a:cubicBezTo>
                      <a:pt x="251515" y="315959"/>
                      <a:pt x="253337" y="314393"/>
                      <a:pt x="255441" y="313176"/>
                    </a:cubicBezTo>
                    <a:lnTo>
                      <a:pt x="427103" y="214067"/>
                    </a:lnTo>
                    <a:cubicBezTo>
                      <a:pt x="433900" y="210143"/>
                      <a:pt x="442267" y="210143"/>
                      <a:pt x="449064" y="214067"/>
                    </a:cubicBezTo>
                    <a:cubicBezTo>
                      <a:pt x="455854" y="217987"/>
                      <a:pt x="460043" y="225239"/>
                      <a:pt x="460043" y="233083"/>
                    </a:cubicBezTo>
                    <a:lnTo>
                      <a:pt x="460043" y="431300"/>
                    </a:lnTo>
                    <a:close/>
                  </a:path>
                </a:pathLst>
              </a:custGeom>
              <a:solidFill>
                <a:schemeClr val="tx1"/>
              </a:solidFill>
              <a:ln w="2096" cap="flat">
                <a:solidFill>
                  <a:schemeClr val="tx1"/>
                </a:solidFill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/>
              </a:p>
            </p:txBody>
          </p:sp>
        </p:grpSp>
      </p:grpSp>
      <p:sp>
        <p:nvSpPr>
          <p:cNvPr id="18" name="TextBox 14">
            <a:extLst>
              <a:ext uri="{FF2B5EF4-FFF2-40B4-BE49-F238E27FC236}">
                <a16:creationId xmlns:a16="http://schemas.microsoft.com/office/drawing/2014/main" id="{737492BE-3907-9D04-7688-F81CE284C9CC}"/>
              </a:ext>
            </a:extLst>
          </p:cNvPr>
          <p:cNvSpPr txBox="1"/>
          <p:nvPr/>
        </p:nvSpPr>
        <p:spPr>
          <a:xfrm>
            <a:off x="1125062" y="5079401"/>
            <a:ext cx="3294992" cy="11695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Implement Popularity-Based Recommender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Recommends </a:t>
            </a:r>
            <a:r>
              <a:rPr lang="en-US" sz="1400" b="1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most popular</a:t>
            </a: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 songs using global trends for wide appeal.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chemeClr val="accent6">
                  <a:lumMod val="20000"/>
                  <a:lumOff val="80000"/>
                </a:schemeClr>
              </a:solidFill>
              <a:uFillTx/>
              <a:latin typeface="Avenir Book" panose="02000503020000020003" pitchFamily="2" charset="0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3C337A87-1382-288A-CDB1-AC03DCE64164}"/>
              </a:ext>
            </a:extLst>
          </p:cNvPr>
          <p:cNvSpPr txBox="1"/>
          <p:nvPr/>
        </p:nvSpPr>
        <p:spPr>
          <a:xfrm>
            <a:off x="7290536" y="2708196"/>
            <a:ext cx="3627918" cy="9541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Develop Content-Based Recommender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Suggests songs with </a:t>
            </a:r>
            <a:r>
              <a:rPr lang="en-US" sz="1400" b="1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similar audio features</a:t>
            </a: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 like tempo and energy.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chemeClr val="accent6">
                  <a:lumMod val="20000"/>
                  <a:lumOff val="80000"/>
                </a:schemeClr>
              </a:solidFill>
              <a:uFillTx/>
              <a:latin typeface="Avenir Book" panose="02000503020000020003" pitchFamily="2" charset="0"/>
            </a:endParaRP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D4B129C8-7A04-7DF4-EDC8-E07B315B44E5}"/>
              </a:ext>
            </a:extLst>
          </p:cNvPr>
          <p:cNvSpPr txBox="1"/>
          <p:nvPr/>
        </p:nvSpPr>
        <p:spPr>
          <a:xfrm>
            <a:off x="7596297" y="3854503"/>
            <a:ext cx="4250797" cy="9541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Adopt Multi-Paradigm Approach for User Diversity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Combines multiple </a:t>
            </a:r>
            <a:r>
              <a:rPr lang="en-US" sz="1400" b="1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strategies</a:t>
            </a: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 for varied user preferences.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chemeClr val="accent6">
                  <a:lumMod val="20000"/>
                  <a:lumOff val="80000"/>
                </a:schemeClr>
              </a:solidFill>
              <a:uFillTx/>
              <a:latin typeface="Avenir Book" panose="02000503020000020003" pitchFamily="2" charset="0"/>
            </a:endParaRP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57EF61FD-8CD2-2292-B989-63F787DCDB56}"/>
              </a:ext>
            </a:extLst>
          </p:cNvPr>
          <p:cNvSpPr txBox="1"/>
          <p:nvPr/>
        </p:nvSpPr>
        <p:spPr>
          <a:xfrm>
            <a:off x="7415676" y="5114745"/>
            <a:ext cx="3997216" cy="11695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Create Hybrid Recommender Balancing Similarity and Popularity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Combines </a:t>
            </a:r>
            <a:r>
              <a:rPr lang="en-US" sz="1400" b="1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similarity and popularity</a:t>
            </a:r>
            <a:r>
              <a:rPr lang="en-US" sz="14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 for niche and trending songs.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chemeClr val="accent6">
                  <a:lumMod val="20000"/>
                  <a:lumOff val="80000"/>
                </a:schemeClr>
              </a:solidFill>
              <a:uFillTx/>
              <a:latin typeface="Avenir Book" panose="02000503020000020003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E1EC8C-14E8-5413-23BC-EDDD080F6423}"/>
              </a:ext>
            </a:extLst>
          </p:cNvPr>
          <p:cNvSpPr txBox="1"/>
          <p:nvPr/>
        </p:nvSpPr>
        <p:spPr>
          <a:xfrm>
            <a:off x="5026671" y="4185544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rgbClr val="1BD760"/>
                </a:solidFill>
                <a:latin typeface="Avenir Book" panose="02000503020000020003" pitchFamily="2" charset="0"/>
                <a:cs typeface="Gotu" pitchFamily="2" charset="77"/>
              </a:rPr>
              <a:t>Spotify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57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B7DE4C-C290-1587-1E54-DAEA8E62A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7DC47076-A4DB-A116-2C6B-950A605FE096}"/>
              </a:ext>
            </a:extLst>
          </p:cNvPr>
          <p:cNvSpPr/>
          <p:nvPr/>
        </p:nvSpPr>
        <p:spPr>
          <a:xfrm>
            <a:off x="1090799" y="2110018"/>
            <a:ext cx="653323" cy="642457"/>
          </a:xfrm>
          <a:prstGeom prst="ellipse">
            <a:avLst/>
          </a:prstGeom>
          <a:solidFill>
            <a:srgbClr val="1B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highlight>
                <a:srgbClr val="00FF00"/>
              </a:highlight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A057C06-A05C-C633-2FA4-18AF3299FD9A}"/>
              </a:ext>
            </a:extLst>
          </p:cNvPr>
          <p:cNvSpPr/>
          <p:nvPr/>
        </p:nvSpPr>
        <p:spPr>
          <a:xfrm>
            <a:off x="344905" y="397042"/>
            <a:ext cx="11502189" cy="6063916"/>
          </a:xfrm>
          <a:prstGeom prst="roundRect">
            <a:avLst/>
          </a:prstGeom>
          <a:noFill/>
          <a:ln>
            <a:gradFill flip="none" rotWithShape="1">
              <a:gsLst>
                <a:gs pos="0">
                  <a:schemeClr val="accent6">
                    <a:lumMod val="89000"/>
                  </a:schemeClr>
                </a:gs>
                <a:gs pos="29000">
                  <a:schemeClr val="accent6">
                    <a:lumMod val="89000"/>
                  </a:schemeClr>
                </a:gs>
                <a:gs pos="69000">
                  <a:schemeClr val="accent6">
                    <a:lumMod val="75000"/>
                  </a:schemeClr>
                </a:gs>
                <a:gs pos="97000">
                  <a:schemeClr val="accent6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665803E9-E66D-FB83-D5E8-8DD9934B50B3}"/>
              </a:ext>
            </a:extLst>
          </p:cNvPr>
          <p:cNvSpPr txBox="1"/>
          <p:nvPr/>
        </p:nvSpPr>
        <p:spPr>
          <a:xfrm>
            <a:off x="2008884" y="1971934"/>
            <a:ext cx="2886565" cy="98488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Data Preprocessing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Standardized audio features to a common scale and imputed missing values with medians.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506929C1-18A5-195A-199E-17776BE86EC5}"/>
              </a:ext>
            </a:extLst>
          </p:cNvPr>
          <p:cNvSpPr txBox="1"/>
          <p:nvPr/>
        </p:nvSpPr>
        <p:spPr>
          <a:xfrm>
            <a:off x="2008884" y="3199107"/>
            <a:ext cx="2754374" cy="98488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Cosine Similarity</a:t>
            </a:r>
            <a:endParaRPr lang="en-US" sz="700" b="1" i="0" u="none" strike="noStrike" kern="1200" cap="none" spc="0" baseline="0">
              <a:solidFill>
                <a:srgbClr val="FFFFFF"/>
              </a:solidFill>
              <a:uFillTx/>
              <a:latin typeface="Avenir Book" panose="02000503020000020003" pitchFamily="2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Measures closeness between songs based on audio features for content-based recommendations.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A592315-0980-5038-DD6B-4E7E905801E2}"/>
              </a:ext>
            </a:extLst>
          </p:cNvPr>
          <p:cNvSpPr txBox="1"/>
          <p:nvPr/>
        </p:nvSpPr>
        <p:spPr>
          <a:xfrm>
            <a:off x="2008884" y="4641726"/>
            <a:ext cx="2898676" cy="98488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Popularity Ranking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Ranks songs by Spotify popularity score for popularity-based recommender.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1BE4749C-F6CE-A8E1-EEF4-6FAFA2F9E27F}"/>
              </a:ext>
            </a:extLst>
          </p:cNvPr>
          <p:cNvSpPr txBox="1"/>
          <p:nvPr/>
        </p:nvSpPr>
        <p:spPr>
          <a:xfrm>
            <a:off x="7099600" y="1995746"/>
            <a:ext cx="3532886" cy="98488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Hybrid Scoring Formula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Final Score = α × Similarity + (1 - α) × Popularity, where α controls weight balance.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EB0F6D02-C9AB-E90F-9423-44414C1E5664}"/>
              </a:ext>
            </a:extLst>
          </p:cNvPr>
          <p:cNvSpPr txBox="1"/>
          <p:nvPr/>
        </p:nvSpPr>
        <p:spPr>
          <a:xfrm>
            <a:off x="7099600" y="3259629"/>
            <a:ext cx="2921609" cy="98488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Urbanist"/>
              </a:rPr>
              <a:t>Filtering</a:t>
            </a:r>
            <a:endParaRPr lang="en-US" sz="1400" b="1" i="0" u="none" strike="noStrike" kern="1200" cap="none" spc="0" baseline="0">
              <a:solidFill>
                <a:srgbClr val="FFFFFF"/>
              </a:solidFill>
              <a:uFillTx/>
              <a:latin typeface="Urbanist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Filtering by genre and year precedes similarity ranking for constrained recommenders.</a:t>
            </a: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8C4EAD02-1002-D155-90C1-DAEF415CF254}"/>
              </a:ext>
            </a:extLst>
          </p:cNvPr>
          <p:cNvSpPr txBox="1"/>
          <p:nvPr/>
        </p:nvSpPr>
        <p:spPr>
          <a:xfrm>
            <a:off x="7099600" y="4594100"/>
            <a:ext cx="3083516" cy="12311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Recommendation Explanation Module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Identifies top 2-3 similar features (tempo, energy, danceability) to provide transparent explanations.</a:t>
            </a: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1FC6F1D2-B675-B589-4127-1EE7991A3BCD}"/>
              </a:ext>
            </a:extLst>
          </p:cNvPr>
          <p:cNvSpPr txBox="1"/>
          <p:nvPr/>
        </p:nvSpPr>
        <p:spPr>
          <a:xfrm>
            <a:off x="878347" y="638466"/>
            <a:ext cx="9888915" cy="11387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BD760"/>
                </a:solidFill>
                <a:uFillTx/>
                <a:latin typeface="Urbanist"/>
              </a:rPr>
              <a:t>Methods and Algorithms Used for Recommendation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1BD76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ptos"/>
              </a:rPr>
              <a:t>Key technical components in building Spotify music recommenders</a:t>
            </a:r>
          </a:p>
        </p:txBody>
      </p:sp>
      <p:sp>
        <p:nvSpPr>
          <p:cNvPr id="9" name="Rectangle: Rounded Corners 34">
            <a:extLst>
              <a:ext uri="{FF2B5EF4-FFF2-40B4-BE49-F238E27FC236}">
                <a16:creationId xmlns:a16="http://schemas.microsoft.com/office/drawing/2014/main" id="{BF6A6B4F-3049-A9BD-96F4-460EE649ED5C}"/>
              </a:ext>
            </a:extLst>
          </p:cNvPr>
          <p:cNvSpPr/>
          <p:nvPr/>
        </p:nvSpPr>
        <p:spPr>
          <a:xfrm>
            <a:off x="965974" y="1950281"/>
            <a:ext cx="902971" cy="961930"/>
          </a:xfrm>
          <a:prstGeom prst="roundRect">
            <a:avLst/>
          </a:prstGeom>
          <a:noFill/>
          <a:ln w="254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>
                <a:solidFill>
                  <a:schemeClr val="tx1"/>
                </a:solidFill>
                <a:latin typeface="+mj-lt"/>
              </a:rPr>
              <a:t>01</a:t>
            </a:r>
            <a:endParaRPr lang="en-ID" sz="3600" b="1" i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4A0BA01-10C4-916D-EA3E-AD1E9C79999F}"/>
              </a:ext>
            </a:extLst>
          </p:cNvPr>
          <p:cNvSpPr/>
          <p:nvPr/>
        </p:nvSpPr>
        <p:spPr>
          <a:xfrm>
            <a:off x="1093197" y="3348235"/>
            <a:ext cx="653323" cy="642457"/>
          </a:xfrm>
          <a:prstGeom prst="ellipse">
            <a:avLst/>
          </a:prstGeom>
          <a:solidFill>
            <a:srgbClr val="1B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highlight>
                <a:srgbClr val="00FF00"/>
              </a:highlight>
            </a:endParaRPr>
          </a:p>
        </p:txBody>
      </p:sp>
      <p:sp>
        <p:nvSpPr>
          <p:cNvPr id="12" name="Rectangle: Rounded Corners 34">
            <a:extLst>
              <a:ext uri="{FF2B5EF4-FFF2-40B4-BE49-F238E27FC236}">
                <a16:creationId xmlns:a16="http://schemas.microsoft.com/office/drawing/2014/main" id="{1D8CA293-12EA-2EF4-B7B0-F551390CDA46}"/>
              </a:ext>
            </a:extLst>
          </p:cNvPr>
          <p:cNvSpPr/>
          <p:nvPr/>
        </p:nvSpPr>
        <p:spPr>
          <a:xfrm>
            <a:off x="965973" y="3187201"/>
            <a:ext cx="902971" cy="961930"/>
          </a:xfrm>
          <a:prstGeom prst="roundRect">
            <a:avLst/>
          </a:prstGeom>
          <a:noFill/>
          <a:ln w="254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>
                <a:solidFill>
                  <a:schemeClr val="tx1"/>
                </a:solidFill>
                <a:latin typeface="+mj-lt"/>
              </a:rPr>
              <a:t>02</a:t>
            </a:r>
            <a:endParaRPr lang="en-ID" sz="3600" b="1" i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98B713A-4E54-A2F0-0D74-C6854FCB96F7}"/>
              </a:ext>
            </a:extLst>
          </p:cNvPr>
          <p:cNvSpPr/>
          <p:nvPr/>
        </p:nvSpPr>
        <p:spPr>
          <a:xfrm>
            <a:off x="1090799" y="4662587"/>
            <a:ext cx="653323" cy="642457"/>
          </a:xfrm>
          <a:prstGeom prst="ellipse">
            <a:avLst/>
          </a:prstGeom>
          <a:solidFill>
            <a:srgbClr val="1B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highlight>
                <a:srgbClr val="00FF00"/>
              </a:highlight>
            </a:endParaRPr>
          </a:p>
        </p:txBody>
      </p:sp>
      <p:sp>
        <p:nvSpPr>
          <p:cNvPr id="14" name="Rectangle: Rounded Corners 34">
            <a:extLst>
              <a:ext uri="{FF2B5EF4-FFF2-40B4-BE49-F238E27FC236}">
                <a16:creationId xmlns:a16="http://schemas.microsoft.com/office/drawing/2014/main" id="{5DA6CE7B-47BA-8EC5-7791-F56C52420427}"/>
              </a:ext>
            </a:extLst>
          </p:cNvPr>
          <p:cNvSpPr/>
          <p:nvPr/>
        </p:nvSpPr>
        <p:spPr>
          <a:xfrm>
            <a:off x="965973" y="4502850"/>
            <a:ext cx="902971" cy="961930"/>
          </a:xfrm>
          <a:prstGeom prst="roundRect">
            <a:avLst/>
          </a:prstGeom>
          <a:noFill/>
          <a:ln w="254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>
                <a:solidFill>
                  <a:schemeClr val="tx1"/>
                </a:solidFill>
                <a:latin typeface="+mj-lt"/>
              </a:rPr>
              <a:t>03</a:t>
            </a:r>
            <a:endParaRPr lang="en-ID" sz="3600" b="1" i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F9ADD48-D750-84A4-B504-1979EEA38A7F}"/>
              </a:ext>
            </a:extLst>
          </p:cNvPr>
          <p:cNvSpPr/>
          <p:nvPr/>
        </p:nvSpPr>
        <p:spPr>
          <a:xfrm>
            <a:off x="5994642" y="2110017"/>
            <a:ext cx="653323" cy="642457"/>
          </a:xfrm>
          <a:prstGeom prst="ellipse">
            <a:avLst/>
          </a:prstGeom>
          <a:solidFill>
            <a:srgbClr val="1B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highlight>
                <a:srgbClr val="00FF00"/>
              </a:highlight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7BD6050-6C5A-60BB-BDBA-BB4A3E23F0DF}"/>
              </a:ext>
            </a:extLst>
          </p:cNvPr>
          <p:cNvSpPr/>
          <p:nvPr/>
        </p:nvSpPr>
        <p:spPr>
          <a:xfrm>
            <a:off x="5994641" y="3346937"/>
            <a:ext cx="653323" cy="642457"/>
          </a:xfrm>
          <a:prstGeom prst="ellipse">
            <a:avLst/>
          </a:prstGeom>
          <a:solidFill>
            <a:srgbClr val="1B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highlight>
                <a:srgbClr val="00FF00"/>
              </a:highlight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C032AD7-EC41-E01D-DB54-77B8F35BDEAC}"/>
              </a:ext>
            </a:extLst>
          </p:cNvPr>
          <p:cNvSpPr/>
          <p:nvPr/>
        </p:nvSpPr>
        <p:spPr>
          <a:xfrm>
            <a:off x="5999487" y="4662587"/>
            <a:ext cx="653323" cy="642457"/>
          </a:xfrm>
          <a:prstGeom prst="ellipse">
            <a:avLst/>
          </a:prstGeom>
          <a:solidFill>
            <a:srgbClr val="1B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highlight>
                <a:srgbClr val="00FF00"/>
              </a:highlight>
            </a:endParaRPr>
          </a:p>
        </p:txBody>
      </p:sp>
      <p:sp>
        <p:nvSpPr>
          <p:cNvPr id="18" name="Rectangle: Rounded Corners 34">
            <a:extLst>
              <a:ext uri="{FF2B5EF4-FFF2-40B4-BE49-F238E27FC236}">
                <a16:creationId xmlns:a16="http://schemas.microsoft.com/office/drawing/2014/main" id="{05F909AA-3E72-0777-C37B-23F16E40152F}"/>
              </a:ext>
            </a:extLst>
          </p:cNvPr>
          <p:cNvSpPr/>
          <p:nvPr/>
        </p:nvSpPr>
        <p:spPr>
          <a:xfrm>
            <a:off x="5869816" y="1969467"/>
            <a:ext cx="902971" cy="961930"/>
          </a:xfrm>
          <a:prstGeom prst="roundRect">
            <a:avLst/>
          </a:prstGeom>
          <a:noFill/>
          <a:ln w="254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>
                <a:solidFill>
                  <a:schemeClr val="tx1"/>
                </a:solidFill>
                <a:latin typeface="+mj-lt"/>
              </a:rPr>
              <a:t>04</a:t>
            </a:r>
            <a:endParaRPr lang="en-ID" sz="3600" b="1" i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: Rounded Corners 34">
            <a:extLst>
              <a:ext uri="{FF2B5EF4-FFF2-40B4-BE49-F238E27FC236}">
                <a16:creationId xmlns:a16="http://schemas.microsoft.com/office/drawing/2014/main" id="{E2063C44-E51E-541A-D85F-1A713B0B3CF6}"/>
              </a:ext>
            </a:extLst>
          </p:cNvPr>
          <p:cNvSpPr/>
          <p:nvPr/>
        </p:nvSpPr>
        <p:spPr>
          <a:xfrm>
            <a:off x="5869815" y="3200341"/>
            <a:ext cx="902971" cy="961930"/>
          </a:xfrm>
          <a:prstGeom prst="roundRect">
            <a:avLst/>
          </a:prstGeom>
          <a:noFill/>
          <a:ln w="254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>
                <a:solidFill>
                  <a:schemeClr val="tx1"/>
                </a:solidFill>
                <a:latin typeface="+mj-lt"/>
              </a:rPr>
              <a:t>05</a:t>
            </a:r>
            <a:endParaRPr lang="en-ID" sz="3600" b="1" i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Rectangle: Rounded Corners 34">
            <a:extLst>
              <a:ext uri="{FF2B5EF4-FFF2-40B4-BE49-F238E27FC236}">
                <a16:creationId xmlns:a16="http://schemas.microsoft.com/office/drawing/2014/main" id="{816FB930-0E82-EB96-DB31-8E054861775B}"/>
              </a:ext>
            </a:extLst>
          </p:cNvPr>
          <p:cNvSpPr/>
          <p:nvPr/>
        </p:nvSpPr>
        <p:spPr>
          <a:xfrm>
            <a:off x="5869814" y="4491305"/>
            <a:ext cx="902971" cy="961930"/>
          </a:xfrm>
          <a:prstGeom prst="roundRect">
            <a:avLst/>
          </a:prstGeom>
          <a:noFill/>
          <a:ln w="254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>
                <a:solidFill>
                  <a:schemeClr val="tx1"/>
                </a:solidFill>
                <a:latin typeface="+mj-lt"/>
              </a:rPr>
              <a:t>06</a:t>
            </a:r>
            <a:endParaRPr lang="en-ID" sz="3600" b="1" i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53993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3FF4E-0CEC-23C3-F854-31C14D47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5">
            <a:extLst>
              <a:ext uri="{FF2B5EF4-FFF2-40B4-BE49-F238E27FC236}">
                <a16:creationId xmlns:a16="http://schemas.microsoft.com/office/drawing/2014/main" id="{ABEDCD88-DF94-7D08-8410-919EB6005D30}"/>
              </a:ext>
            </a:extLst>
          </p:cNvPr>
          <p:cNvSpPr/>
          <p:nvPr/>
        </p:nvSpPr>
        <p:spPr>
          <a:xfrm>
            <a:off x="8914365" y="2863513"/>
            <a:ext cx="2605621" cy="3201725"/>
          </a:xfrm>
          <a:prstGeom prst="roundRect">
            <a:avLst>
              <a:gd name="adj" fmla="val 3796"/>
            </a:avLst>
          </a:prstGeom>
          <a:solidFill>
            <a:srgbClr val="1ED76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0" name="Rectangle: Rounded Corners 5">
            <a:extLst>
              <a:ext uri="{FF2B5EF4-FFF2-40B4-BE49-F238E27FC236}">
                <a16:creationId xmlns:a16="http://schemas.microsoft.com/office/drawing/2014/main" id="{CC694A8E-AE3E-6E2F-D646-D8013633CED2}"/>
              </a:ext>
            </a:extLst>
          </p:cNvPr>
          <p:cNvSpPr/>
          <p:nvPr/>
        </p:nvSpPr>
        <p:spPr>
          <a:xfrm>
            <a:off x="6133667" y="1799178"/>
            <a:ext cx="2605621" cy="2797990"/>
          </a:xfrm>
          <a:prstGeom prst="roundRect">
            <a:avLst>
              <a:gd name="adj" fmla="val 3796"/>
            </a:avLst>
          </a:prstGeom>
          <a:solidFill>
            <a:srgbClr val="1ED76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9" name="Rectangle: Rounded Corners 5">
            <a:extLst>
              <a:ext uri="{FF2B5EF4-FFF2-40B4-BE49-F238E27FC236}">
                <a16:creationId xmlns:a16="http://schemas.microsoft.com/office/drawing/2014/main" id="{ED0775F0-6DA5-E9C6-C715-342B520E17C5}"/>
              </a:ext>
            </a:extLst>
          </p:cNvPr>
          <p:cNvSpPr/>
          <p:nvPr/>
        </p:nvSpPr>
        <p:spPr>
          <a:xfrm>
            <a:off x="3312016" y="2863514"/>
            <a:ext cx="2605621" cy="3201725"/>
          </a:xfrm>
          <a:prstGeom prst="roundRect">
            <a:avLst>
              <a:gd name="adj" fmla="val 3796"/>
            </a:avLst>
          </a:prstGeom>
          <a:solidFill>
            <a:srgbClr val="1ED76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8" name="Rectangle: Rounded Corners 5">
            <a:extLst>
              <a:ext uri="{FF2B5EF4-FFF2-40B4-BE49-F238E27FC236}">
                <a16:creationId xmlns:a16="http://schemas.microsoft.com/office/drawing/2014/main" id="{EC0FFCFB-7857-6D3C-D6C0-BC29CEE408C0}"/>
              </a:ext>
            </a:extLst>
          </p:cNvPr>
          <p:cNvSpPr/>
          <p:nvPr/>
        </p:nvSpPr>
        <p:spPr>
          <a:xfrm>
            <a:off x="490365" y="1887443"/>
            <a:ext cx="2605621" cy="2797990"/>
          </a:xfrm>
          <a:prstGeom prst="roundRect">
            <a:avLst>
              <a:gd name="adj" fmla="val 3796"/>
            </a:avLst>
          </a:prstGeom>
          <a:solidFill>
            <a:srgbClr val="1ED76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6DB21EC-1A53-DAB4-58C3-6B8DF88934DB}"/>
              </a:ext>
            </a:extLst>
          </p:cNvPr>
          <p:cNvSpPr/>
          <p:nvPr/>
        </p:nvSpPr>
        <p:spPr>
          <a:xfrm>
            <a:off x="344905" y="397042"/>
            <a:ext cx="11502189" cy="6063916"/>
          </a:xfrm>
          <a:prstGeom prst="roundRect">
            <a:avLst/>
          </a:prstGeom>
          <a:noFill/>
          <a:ln>
            <a:gradFill flip="none" rotWithShape="1">
              <a:gsLst>
                <a:gs pos="0">
                  <a:schemeClr val="accent6">
                    <a:lumMod val="89000"/>
                  </a:schemeClr>
                </a:gs>
                <a:gs pos="29000">
                  <a:schemeClr val="accent6">
                    <a:lumMod val="89000"/>
                  </a:schemeClr>
                </a:gs>
                <a:gs pos="69000">
                  <a:schemeClr val="accent6">
                    <a:lumMod val="75000"/>
                  </a:schemeClr>
                </a:gs>
                <a:gs pos="97000">
                  <a:schemeClr val="accent6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ook" panose="02000503020000020003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7BB53-7A4E-5967-AC03-97FFA45CCD2F}"/>
              </a:ext>
            </a:extLst>
          </p:cNvPr>
          <p:cNvSpPr txBox="1"/>
          <p:nvPr/>
        </p:nvSpPr>
        <p:spPr>
          <a:xfrm>
            <a:off x="973931" y="616744"/>
            <a:ext cx="107371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1BD760"/>
                </a:solidFill>
                <a:latin typeface="Avenir Book" panose="02000503020000020003" pitchFamily="2" charset="0"/>
              </a:rPr>
              <a:t>Evaluation Approach: Explainability over Metrics</a:t>
            </a:r>
          </a:p>
          <a:p>
            <a:endParaRPr lang="en-US" sz="1400">
              <a:solidFill>
                <a:srgbClr val="FFFFFF"/>
              </a:solidFill>
              <a:latin typeface="Avenir Book" panose="02000503020000020003" pitchFamily="2" charset="0"/>
            </a:endParaRPr>
          </a:p>
          <a:p>
            <a:r>
              <a:rPr lang="en-US" sz="1400">
                <a:solidFill>
                  <a:schemeClr val="bg2"/>
                </a:solidFill>
                <a:latin typeface="Avenir Book" panose="02000503020000020003" pitchFamily="2" charset="0"/>
              </a:rPr>
              <a:t>Highlighting explanation-driven evaluation for music recommendation systems</a:t>
            </a:r>
          </a:p>
        </p:txBody>
      </p:sp>
      <p:sp>
        <p:nvSpPr>
          <p:cNvPr id="12" name="Rectangle: Rounded Corners 5">
            <a:extLst>
              <a:ext uri="{FF2B5EF4-FFF2-40B4-BE49-F238E27FC236}">
                <a16:creationId xmlns:a16="http://schemas.microsoft.com/office/drawing/2014/main" id="{DFE17E70-5A86-FB07-5CAE-DA7D7D2E840A}"/>
              </a:ext>
            </a:extLst>
          </p:cNvPr>
          <p:cNvSpPr/>
          <p:nvPr/>
        </p:nvSpPr>
        <p:spPr>
          <a:xfrm>
            <a:off x="490365" y="2943699"/>
            <a:ext cx="2605621" cy="1741734"/>
          </a:xfrm>
          <a:prstGeom prst="roundRect">
            <a:avLst>
              <a:gd name="adj" fmla="val 3796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19C316-094C-2D22-7982-325EAAC3A508}"/>
              </a:ext>
            </a:extLst>
          </p:cNvPr>
          <p:cNvSpPr txBox="1">
            <a:spLocks/>
          </p:cNvSpPr>
          <p:nvPr/>
        </p:nvSpPr>
        <p:spPr>
          <a:xfrm>
            <a:off x="570476" y="2054946"/>
            <a:ext cx="2515969" cy="255454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chemeClr val="bg2">
                    <a:lumMod val="10000"/>
                  </a:schemeClr>
                </a:solidFill>
                <a:uFillTx/>
                <a:latin typeface="Avenir Book" panose="02000503020000020003" pitchFamily="2" charset="0"/>
              </a:rPr>
              <a:t>Focus on explanation-based evaluation over traditional metrics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1" i="0" u="none" strike="noStrike" kern="1200" cap="none" spc="0" baseline="0">
              <a:uFillTx/>
              <a:latin typeface="Avenir Book" panose="02000503020000020003" pitchFamily="2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uFillTx/>
                <a:latin typeface="Avenir Book" panose="02000503020000020003" pitchFamily="2" charset="0"/>
              </a:rPr>
              <a:t>Prioritizes qualitative analysis instead of precision@K or recall@K to assess system performance by understanding the reasoning behind recommendations.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uFillTx/>
              <a:latin typeface="Avenir Book" panose="02000503020000020003" pitchFamily="2" charset="0"/>
            </a:endParaRPr>
          </a:p>
        </p:txBody>
      </p:sp>
      <p:sp>
        <p:nvSpPr>
          <p:cNvPr id="14" name="Rectangle: Rounded Corners 5">
            <a:extLst>
              <a:ext uri="{FF2B5EF4-FFF2-40B4-BE49-F238E27FC236}">
                <a16:creationId xmlns:a16="http://schemas.microsoft.com/office/drawing/2014/main" id="{415C26D3-F186-F40A-B86B-B7CB2E1B0729}"/>
              </a:ext>
            </a:extLst>
          </p:cNvPr>
          <p:cNvSpPr/>
          <p:nvPr/>
        </p:nvSpPr>
        <p:spPr>
          <a:xfrm>
            <a:off x="3312015" y="3945098"/>
            <a:ext cx="2605621" cy="2120140"/>
          </a:xfrm>
          <a:prstGeom prst="roundRect">
            <a:avLst>
              <a:gd name="adj" fmla="val 3796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7F06AB6B-1361-2471-6887-E46CE6C4B6B6}"/>
              </a:ext>
            </a:extLst>
          </p:cNvPr>
          <p:cNvSpPr txBox="1"/>
          <p:nvPr/>
        </p:nvSpPr>
        <p:spPr>
          <a:xfrm>
            <a:off x="3331072" y="3046852"/>
            <a:ext cx="2526556" cy="276998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uFillTx/>
                <a:latin typeface="Avenir Book" panose="02000503020000020003" pitchFamily="2" charset="0"/>
              </a:rPr>
              <a:t>Explain recommendation function compares audio features: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uFillTx/>
              <a:latin typeface="Avenir Book" panose="02000503020000020003" pitchFamily="2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uFillTx/>
              <a:latin typeface="Avenir Book" panose="02000503020000020003" pitchFamily="2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uFillTx/>
                <a:latin typeface="Avenir Book" panose="02000503020000020003" pitchFamily="2" charset="0"/>
              </a:rPr>
              <a:t>Analyzes input and recommended songs through audio features, calculates cosine similarity, and identifies top 2-3 similar features to generate human-readable explanations.</a:t>
            </a:r>
          </a:p>
        </p:txBody>
      </p:sp>
      <p:sp>
        <p:nvSpPr>
          <p:cNvPr id="16" name="Rectangle: Rounded Corners 5">
            <a:extLst>
              <a:ext uri="{FF2B5EF4-FFF2-40B4-BE49-F238E27FC236}">
                <a16:creationId xmlns:a16="http://schemas.microsoft.com/office/drawing/2014/main" id="{9AF6456A-E229-13FD-F585-A57AD9CB1181}"/>
              </a:ext>
            </a:extLst>
          </p:cNvPr>
          <p:cNvSpPr/>
          <p:nvPr/>
        </p:nvSpPr>
        <p:spPr>
          <a:xfrm>
            <a:off x="6132248" y="2754496"/>
            <a:ext cx="2605621" cy="2120140"/>
          </a:xfrm>
          <a:prstGeom prst="roundRect">
            <a:avLst>
              <a:gd name="adj" fmla="val 3796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0896C8F8-3369-9618-584D-54A68C5992E1}"/>
              </a:ext>
            </a:extLst>
          </p:cNvPr>
          <p:cNvSpPr txBox="1"/>
          <p:nvPr/>
        </p:nvSpPr>
        <p:spPr>
          <a:xfrm>
            <a:off x="6168953" y="1913664"/>
            <a:ext cx="2570335" cy="255454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uFillTx/>
                <a:latin typeface="Avenir Book" panose="02000503020000020003" pitchFamily="2" charset="0"/>
              </a:rPr>
              <a:t>Explanation-driven evaluation provides qualitative confidence</a:t>
            </a:r>
            <a:endParaRPr lang="en-US" sz="1400" b="0" i="0" u="none" strike="noStrike" kern="1200" cap="none" spc="0" baseline="0">
              <a:uFillTx/>
              <a:latin typeface="Avenir Book" panose="02000503020000020003" pitchFamily="2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uFillTx/>
              <a:latin typeface="Avenir Book" panose="02000503020000020003" pitchFamily="2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uFillTx/>
                <a:latin typeface="Avenir Book" panose="02000503020000020003" pitchFamily="2" charset="0"/>
              </a:rPr>
              <a:t>Although quantitative metrics are absent, the qualitative nature of explanations offers meaningful assurance about the recommendation system’s effectiveness.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uFillTx/>
              <a:latin typeface="Avenir Book" panose="02000503020000020003" pitchFamily="2" charset="0"/>
            </a:endParaRPr>
          </a:p>
        </p:txBody>
      </p:sp>
      <p:sp>
        <p:nvSpPr>
          <p:cNvPr id="18" name="Rectangle: Rounded Corners 5">
            <a:extLst>
              <a:ext uri="{FF2B5EF4-FFF2-40B4-BE49-F238E27FC236}">
                <a16:creationId xmlns:a16="http://schemas.microsoft.com/office/drawing/2014/main" id="{ACA6CD3F-0F4F-1222-E4E4-8818CE39A91F}"/>
              </a:ext>
            </a:extLst>
          </p:cNvPr>
          <p:cNvSpPr/>
          <p:nvPr/>
        </p:nvSpPr>
        <p:spPr>
          <a:xfrm>
            <a:off x="8914365" y="3837553"/>
            <a:ext cx="2605621" cy="2246769"/>
          </a:xfrm>
          <a:prstGeom prst="roundRect">
            <a:avLst>
              <a:gd name="adj" fmla="val 3796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50CB7574-0BF6-4323-D1A6-DEFD25530973}"/>
              </a:ext>
            </a:extLst>
          </p:cNvPr>
          <p:cNvSpPr txBox="1"/>
          <p:nvPr/>
        </p:nvSpPr>
        <p:spPr>
          <a:xfrm>
            <a:off x="8912946" y="3062953"/>
            <a:ext cx="2605174" cy="26776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uFillTx/>
                <a:latin typeface="Avenir Book" panose="02000503020000020003" pitchFamily="2" charset="0"/>
              </a:rPr>
              <a:t>Benefits include correctness check, transparency, and validation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uFillTx/>
              <a:latin typeface="Avenir Book" panose="02000503020000020003" pitchFamily="2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uFillTx/>
                <a:latin typeface="Avenir Book" panose="02000503020000020003" pitchFamily="2" charset="0"/>
              </a:rPr>
              <a:t>This approach verifies recommendation accuracy by matching expected features, enhances system transparency, builds user trust, and detects inconsistencies in recommendation logic.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uFillTx/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695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450D649-AD14-9BB2-DFB7-E06A8154EFE1}"/>
              </a:ext>
            </a:extLst>
          </p:cNvPr>
          <p:cNvSpPr/>
          <p:nvPr/>
        </p:nvSpPr>
        <p:spPr>
          <a:xfrm>
            <a:off x="344905" y="397042"/>
            <a:ext cx="11502189" cy="6063916"/>
          </a:xfrm>
          <a:prstGeom prst="roundRect">
            <a:avLst/>
          </a:prstGeom>
          <a:noFill/>
          <a:ln>
            <a:gradFill flip="none" rotWithShape="1">
              <a:gsLst>
                <a:gs pos="0">
                  <a:schemeClr val="accent6">
                    <a:lumMod val="89000"/>
                  </a:schemeClr>
                </a:gs>
                <a:gs pos="29000">
                  <a:schemeClr val="accent6">
                    <a:lumMod val="89000"/>
                  </a:schemeClr>
                </a:gs>
                <a:gs pos="69000">
                  <a:schemeClr val="accent6">
                    <a:lumMod val="75000"/>
                  </a:schemeClr>
                </a:gs>
                <a:gs pos="97000">
                  <a:schemeClr val="accent6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A59456-1514-173F-4EA5-6325543392C8}"/>
              </a:ext>
            </a:extLst>
          </p:cNvPr>
          <p:cNvSpPr txBox="1"/>
          <p:nvPr/>
        </p:nvSpPr>
        <p:spPr>
          <a:xfrm>
            <a:off x="997744" y="4629150"/>
            <a:ext cx="6005514" cy="1845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 sz="1100">
              <a:solidFill>
                <a:srgbClr val="FFFFFF"/>
              </a:solidFill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1100">
                <a:solidFill>
                  <a:srgbClr val="FFFFFF"/>
                </a:solidFill>
                <a:cs typeface="Segoe UI"/>
              </a:rPr>
              <a:t>Explanation for first content recommendation:  {'query': 'All of Me (with Eddie Heywood &amp; His Orchestra)', 'candidate': 'Drinking Blues', 'artist': "['Lucille Bogan']", 'popularity': 10.0, '</a:t>
            </a:r>
            <a:r>
              <a:rPr lang="en-US" sz="1100" err="1">
                <a:solidFill>
                  <a:srgbClr val="FFFFFF"/>
                </a:solidFill>
                <a:cs typeface="Segoe UI"/>
              </a:rPr>
              <a:t>cosine_similarity</a:t>
            </a:r>
            <a:r>
              <a:rPr lang="en-US" sz="1100">
                <a:solidFill>
                  <a:srgbClr val="FFFFFF"/>
                </a:solidFill>
                <a:cs typeface="Segoe UI"/>
              </a:rPr>
              <a:t>': 0.9442, '</a:t>
            </a:r>
            <a:r>
              <a:rPr lang="en-US" sz="1100" err="1">
                <a:solidFill>
                  <a:srgbClr val="FFFFFF"/>
                </a:solidFill>
                <a:cs typeface="Segoe UI"/>
              </a:rPr>
              <a:t>key_features</a:t>
            </a:r>
            <a:r>
              <a:rPr lang="en-US" sz="1100">
                <a:solidFill>
                  <a:srgbClr val="FFFFFF"/>
                </a:solidFill>
                <a:cs typeface="Segoe UI"/>
              </a:rPr>
              <a:t>': ['</a:t>
            </a:r>
            <a:r>
              <a:rPr lang="en-US" sz="1100" err="1">
                <a:solidFill>
                  <a:srgbClr val="FFFFFF"/>
                </a:solidFill>
                <a:cs typeface="Segoe UI"/>
              </a:rPr>
              <a:t>instrumentalness</a:t>
            </a:r>
            <a:r>
              <a:rPr lang="en-US" sz="1100">
                <a:solidFill>
                  <a:srgbClr val="FFFFFF"/>
                </a:solidFill>
                <a:cs typeface="Segoe UI"/>
              </a:rPr>
              <a:t>', '</a:t>
            </a:r>
            <a:r>
              <a:rPr lang="en-US" sz="1100" err="1">
                <a:solidFill>
                  <a:srgbClr val="FFFFFF"/>
                </a:solidFill>
                <a:cs typeface="Segoe UI"/>
              </a:rPr>
              <a:t>speechiness</a:t>
            </a:r>
            <a:r>
              <a:rPr lang="en-US" sz="1100">
                <a:solidFill>
                  <a:srgbClr val="FFFFFF"/>
                </a:solidFill>
                <a:cs typeface="Segoe UI"/>
              </a:rPr>
              <a:t>', 'energy'], 'why': "Because it has similar </a:t>
            </a:r>
            <a:r>
              <a:rPr lang="en-US" sz="1100" err="1">
                <a:solidFill>
                  <a:srgbClr val="FFFFFF"/>
                </a:solidFill>
                <a:cs typeface="Segoe UI"/>
              </a:rPr>
              <a:t>instrumentalness</a:t>
            </a:r>
            <a:r>
              <a:rPr lang="en-US" sz="1100">
                <a:solidFill>
                  <a:srgbClr val="FFFFFF"/>
                </a:solidFill>
                <a:cs typeface="Segoe UI"/>
              </a:rPr>
              <a:t>, similar </a:t>
            </a:r>
            <a:r>
              <a:rPr lang="en-US" sz="1100" err="1">
                <a:solidFill>
                  <a:srgbClr val="FFFFFF"/>
                </a:solidFill>
                <a:cs typeface="Segoe UI"/>
              </a:rPr>
              <a:t>speechiness</a:t>
            </a:r>
            <a:r>
              <a:rPr lang="en-US" sz="1100">
                <a:solidFill>
                  <a:srgbClr val="FFFFFF"/>
                </a:solidFill>
                <a:cs typeface="Segoe UI"/>
              </a:rPr>
              <a:t>, similar energy and matches your track's audio profile."} </a:t>
            </a:r>
          </a:p>
          <a:p>
            <a:pPr>
              <a:lnSpc>
                <a:spcPct val="150000"/>
              </a:lnSpc>
            </a:pPr>
            <a:endParaRPr lang="en-US" sz="1100">
              <a:solidFill>
                <a:srgbClr val="FFFFFF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702937-01F2-2188-13E5-03E7CFD4582A}"/>
              </a:ext>
            </a:extLst>
          </p:cNvPr>
          <p:cNvSpPr txBox="1"/>
          <p:nvPr/>
        </p:nvSpPr>
        <p:spPr>
          <a:xfrm>
            <a:off x="4259503" y="590726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>
                <a:solidFill>
                  <a:schemeClr val="accent6"/>
                </a:solidFill>
              </a:rPr>
              <a:t>Output</a:t>
            </a: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B0E32B4-C95E-87D5-3BAD-487E4B6049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55" t="-292" r="29695" b="-48"/>
          <a:stretch>
            <a:fillRect/>
          </a:stretch>
        </p:blipFill>
        <p:spPr>
          <a:xfrm>
            <a:off x="1001617" y="1231911"/>
            <a:ext cx="8675449" cy="34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27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AF4FE-668A-D468-12FA-255A4B35E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F38BE38-1D15-B317-64FA-648ED92FFC97}"/>
              </a:ext>
            </a:extLst>
          </p:cNvPr>
          <p:cNvSpPr/>
          <p:nvPr/>
        </p:nvSpPr>
        <p:spPr>
          <a:xfrm>
            <a:off x="344905" y="397042"/>
            <a:ext cx="11502189" cy="6063916"/>
          </a:xfrm>
          <a:prstGeom prst="roundRect">
            <a:avLst/>
          </a:prstGeom>
          <a:noFill/>
          <a:ln>
            <a:gradFill flip="none" rotWithShape="1">
              <a:gsLst>
                <a:gs pos="0">
                  <a:schemeClr val="accent6">
                    <a:lumMod val="89000"/>
                  </a:schemeClr>
                </a:gs>
                <a:gs pos="29000">
                  <a:schemeClr val="accent6">
                    <a:lumMod val="89000"/>
                  </a:schemeClr>
                </a:gs>
                <a:gs pos="69000">
                  <a:schemeClr val="accent6">
                    <a:lumMod val="75000"/>
                  </a:schemeClr>
                </a:gs>
                <a:gs pos="97000">
                  <a:schemeClr val="accent6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ook" panose="02000503020000020003" pitchFamily="2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441AAB32-53BD-8916-1370-40442BEC84AA}"/>
              </a:ext>
            </a:extLst>
          </p:cNvPr>
          <p:cNvSpPr txBox="1"/>
          <p:nvPr/>
        </p:nvSpPr>
        <p:spPr>
          <a:xfrm>
            <a:off x="1610686" y="1715728"/>
            <a:ext cx="9605395" cy="73866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High memory usage restricts scalability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The full cosine similarity matrix requires over 200 GB of memory, which limits the system's ability to scale efficiently.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Avenir Book" panose="02000503020000020003" pitchFamily="2" charset="0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1F67D145-8494-2C2C-44E1-79F444341241}"/>
              </a:ext>
            </a:extLst>
          </p:cNvPr>
          <p:cNvSpPr txBox="1"/>
          <p:nvPr/>
        </p:nvSpPr>
        <p:spPr>
          <a:xfrm>
            <a:off x="1610686" y="2463054"/>
            <a:ext cx="9160778" cy="9541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Evaluation lacks quantitative metrics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The recommender system is validated only through explanation-based methods without any quantitative performance metrics.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Avenir Book" panose="02000503020000020003" pitchFamily="2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DD2E64A5-5691-F9DA-C58E-1A4D5A516696}"/>
              </a:ext>
            </a:extLst>
          </p:cNvPr>
          <p:cNvSpPr txBox="1"/>
          <p:nvPr/>
        </p:nvSpPr>
        <p:spPr>
          <a:xfrm>
            <a:off x="1610686" y="3245463"/>
            <a:ext cx="9051721" cy="9541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Cold start problem reduces accuracy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New or less popular songs lack sufficient user data, leading to decreased recommendation accuracy for these items.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Avenir Book" panose="02000503020000020003" pitchFamily="2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CB31DE68-9736-AF88-0D82-54F8977970D0}"/>
              </a:ext>
            </a:extLst>
          </p:cNvPr>
          <p:cNvSpPr txBox="1"/>
          <p:nvPr/>
        </p:nvSpPr>
        <p:spPr>
          <a:xfrm>
            <a:off x="1610683" y="4811852"/>
            <a:ext cx="9855383" cy="73866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Recommendations lack personalization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The system provides uniform recommendations without considering individual user listening history or preferences.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Avenir Book" panose="02000503020000020003" pitchFamily="2" charset="0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78FDBEC4-EF30-E29E-EB35-2DE917FCF0B5}"/>
              </a:ext>
            </a:extLst>
          </p:cNvPr>
          <p:cNvSpPr txBox="1"/>
          <p:nvPr/>
        </p:nvSpPr>
        <p:spPr>
          <a:xfrm>
            <a:off x="1610685" y="4029443"/>
            <a:ext cx="10083567" cy="9541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Feature set is limited and incomplete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Only audio features and popularity are used; important contextual elements like lyrics, moods, playlists, and cultural context are ignored.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Avenir Book" panose="02000503020000020003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F5D32-2F4C-C2DF-69FA-819A4E52EFDE}"/>
              </a:ext>
            </a:extLst>
          </p:cNvPr>
          <p:cNvSpPr txBox="1"/>
          <p:nvPr/>
        </p:nvSpPr>
        <p:spPr>
          <a:xfrm>
            <a:off x="1176338" y="676276"/>
            <a:ext cx="10083567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1BD760"/>
                </a:solidFill>
                <a:latin typeface="Avenir Book" panose="02000503020000020003" pitchFamily="2" charset="0"/>
              </a:rPr>
              <a:t>Limitations of the Current Recommender System</a:t>
            </a:r>
          </a:p>
          <a:p>
            <a:r>
              <a:rPr lang="en-US" sz="1400">
                <a:solidFill>
                  <a:schemeClr val="accent6">
                    <a:lumMod val="20000"/>
                    <a:lumOff val="80000"/>
                  </a:schemeClr>
                </a:solidFill>
                <a:latin typeface="Avenir Book" panose="02000503020000020003" pitchFamily="2" charset="0"/>
              </a:rPr>
              <a:t>Key challenges affecting scalability, accuracy, and personalization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BC1B25-18CF-B153-D540-A7BE0D64D62E}"/>
              </a:ext>
            </a:extLst>
          </p:cNvPr>
          <p:cNvSpPr/>
          <p:nvPr/>
        </p:nvSpPr>
        <p:spPr>
          <a:xfrm>
            <a:off x="1176338" y="1755729"/>
            <a:ext cx="390627" cy="384130"/>
          </a:xfrm>
          <a:prstGeom prst="ellipse">
            <a:avLst/>
          </a:prstGeom>
          <a:solidFill>
            <a:srgbClr val="1B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highlight>
                <a:srgbClr val="00FF00"/>
              </a:highlight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EEDFEBF-DFEE-F851-D372-3AE0CA6B9ACE}"/>
              </a:ext>
            </a:extLst>
          </p:cNvPr>
          <p:cNvSpPr/>
          <p:nvPr/>
        </p:nvSpPr>
        <p:spPr>
          <a:xfrm>
            <a:off x="1176337" y="3300298"/>
            <a:ext cx="390627" cy="384130"/>
          </a:xfrm>
          <a:prstGeom prst="ellipse">
            <a:avLst/>
          </a:prstGeom>
          <a:solidFill>
            <a:srgbClr val="1B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highlight>
                <a:srgbClr val="00FF00"/>
              </a:highlight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C0C1F51-7BE0-7AF4-F081-A7F449D613ED}"/>
              </a:ext>
            </a:extLst>
          </p:cNvPr>
          <p:cNvSpPr/>
          <p:nvPr/>
        </p:nvSpPr>
        <p:spPr>
          <a:xfrm>
            <a:off x="1176337" y="4106254"/>
            <a:ext cx="390627" cy="384130"/>
          </a:xfrm>
          <a:prstGeom prst="ellipse">
            <a:avLst/>
          </a:prstGeom>
          <a:solidFill>
            <a:srgbClr val="1B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highlight>
                <a:srgbClr val="00FF00"/>
              </a:highlight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14316EB-4B6D-AC80-DC75-079285F488A9}"/>
              </a:ext>
            </a:extLst>
          </p:cNvPr>
          <p:cNvSpPr/>
          <p:nvPr/>
        </p:nvSpPr>
        <p:spPr>
          <a:xfrm>
            <a:off x="1176337" y="4880628"/>
            <a:ext cx="390627" cy="384130"/>
          </a:xfrm>
          <a:prstGeom prst="ellipse">
            <a:avLst/>
          </a:prstGeom>
          <a:solidFill>
            <a:srgbClr val="1B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highlight>
                <a:srgbClr val="00FF00"/>
              </a:highlight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22CCB3B-05EB-5C41-6CB8-C3D234E8A680}"/>
              </a:ext>
            </a:extLst>
          </p:cNvPr>
          <p:cNvSpPr/>
          <p:nvPr/>
        </p:nvSpPr>
        <p:spPr>
          <a:xfrm>
            <a:off x="1176337" y="2544355"/>
            <a:ext cx="390627" cy="384130"/>
          </a:xfrm>
          <a:prstGeom prst="ellipse">
            <a:avLst/>
          </a:prstGeom>
          <a:solidFill>
            <a:srgbClr val="1BD7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highlight>
                <a:srgbClr val="00FF00"/>
              </a:highlight>
            </a:endParaRPr>
          </a:p>
        </p:txBody>
      </p:sp>
      <p:sp>
        <p:nvSpPr>
          <p:cNvPr id="18" name="Rectangle: Rounded Corners 34">
            <a:extLst>
              <a:ext uri="{FF2B5EF4-FFF2-40B4-BE49-F238E27FC236}">
                <a16:creationId xmlns:a16="http://schemas.microsoft.com/office/drawing/2014/main" id="{27DB6740-C619-D5CE-5E8B-2FADF7D7016A}"/>
              </a:ext>
            </a:extLst>
          </p:cNvPr>
          <p:cNvSpPr/>
          <p:nvPr/>
        </p:nvSpPr>
        <p:spPr>
          <a:xfrm>
            <a:off x="920164" y="1476646"/>
            <a:ext cx="902971" cy="961930"/>
          </a:xfrm>
          <a:prstGeom prst="roundRect">
            <a:avLst/>
          </a:prstGeom>
          <a:noFill/>
          <a:ln w="254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>
                <a:solidFill>
                  <a:schemeClr val="tx1"/>
                </a:solidFill>
                <a:latin typeface="+mj-lt"/>
              </a:rPr>
              <a:t>01</a:t>
            </a:r>
            <a:endParaRPr lang="en-ID" sz="3600" b="1" i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: Rounded Corners 34">
            <a:extLst>
              <a:ext uri="{FF2B5EF4-FFF2-40B4-BE49-F238E27FC236}">
                <a16:creationId xmlns:a16="http://schemas.microsoft.com/office/drawing/2014/main" id="{C9F58F00-0A4F-012B-BC97-162FC71A3AB0}"/>
              </a:ext>
            </a:extLst>
          </p:cNvPr>
          <p:cNvSpPr/>
          <p:nvPr/>
        </p:nvSpPr>
        <p:spPr>
          <a:xfrm>
            <a:off x="920164" y="2257749"/>
            <a:ext cx="902971" cy="961930"/>
          </a:xfrm>
          <a:prstGeom prst="roundRect">
            <a:avLst/>
          </a:prstGeom>
          <a:noFill/>
          <a:ln w="254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>
                <a:solidFill>
                  <a:schemeClr val="tx1"/>
                </a:solidFill>
                <a:latin typeface="+mj-lt"/>
              </a:rPr>
              <a:t>02</a:t>
            </a:r>
            <a:endParaRPr lang="en-ID" sz="3600" b="1" i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Rectangle: Rounded Corners 34">
            <a:extLst>
              <a:ext uri="{FF2B5EF4-FFF2-40B4-BE49-F238E27FC236}">
                <a16:creationId xmlns:a16="http://schemas.microsoft.com/office/drawing/2014/main" id="{2D3904AC-315A-2B43-53AB-9168F3C99D38}"/>
              </a:ext>
            </a:extLst>
          </p:cNvPr>
          <p:cNvSpPr/>
          <p:nvPr/>
        </p:nvSpPr>
        <p:spPr>
          <a:xfrm>
            <a:off x="920163" y="3011398"/>
            <a:ext cx="902971" cy="961930"/>
          </a:xfrm>
          <a:prstGeom prst="roundRect">
            <a:avLst/>
          </a:prstGeom>
          <a:noFill/>
          <a:ln w="254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>
                <a:solidFill>
                  <a:schemeClr val="tx1"/>
                </a:solidFill>
                <a:latin typeface="+mj-lt"/>
              </a:rPr>
              <a:t>03</a:t>
            </a:r>
            <a:endParaRPr lang="en-ID" sz="3600" b="1" i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angle: Rounded Corners 34">
            <a:extLst>
              <a:ext uri="{FF2B5EF4-FFF2-40B4-BE49-F238E27FC236}">
                <a16:creationId xmlns:a16="http://schemas.microsoft.com/office/drawing/2014/main" id="{05CD95FD-9AA5-B34A-724E-4C47CA68649A}"/>
              </a:ext>
            </a:extLst>
          </p:cNvPr>
          <p:cNvSpPr/>
          <p:nvPr/>
        </p:nvSpPr>
        <p:spPr>
          <a:xfrm>
            <a:off x="920163" y="3815745"/>
            <a:ext cx="902971" cy="961930"/>
          </a:xfrm>
          <a:prstGeom prst="roundRect">
            <a:avLst/>
          </a:prstGeom>
          <a:noFill/>
          <a:ln w="254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>
                <a:solidFill>
                  <a:schemeClr val="tx1"/>
                </a:solidFill>
                <a:latin typeface="+mj-lt"/>
              </a:rPr>
              <a:t>04</a:t>
            </a:r>
            <a:endParaRPr lang="en-ID" sz="3600" b="1" i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Rectangle: Rounded Corners 34">
            <a:extLst>
              <a:ext uri="{FF2B5EF4-FFF2-40B4-BE49-F238E27FC236}">
                <a16:creationId xmlns:a16="http://schemas.microsoft.com/office/drawing/2014/main" id="{3A37914A-22F0-CC21-8CC7-83DF0DF1AABE}"/>
              </a:ext>
            </a:extLst>
          </p:cNvPr>
          <p:cNvSpPr/>
          <p:nvPr/>
        </p:nvSpPr>
        <p:spPr>
          <a:xfrm>
            <a:off x="931011" y="4588586"/>
            <a:ext cx="902971" cy="961930"/>
          </a:xfrm>
          <a:prstGeom prst="roundRect">
            <a:avLst/>
          </a:prstGeom>
          <a:noFill/>
          <a:ln w="25400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>
                <a:solidFill>
                  <a:schemeClr val="tx1"/>
                </a:solidFill>
                <a:latin typeface="+mj-lt"/>
              </a:rPr>
              <a:t>05</a:t>
            </a:r>
            <a:endParaRPr lang="en-ID" sz="3600" b="1" i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3308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DFEC287-5E82-2D09-AF71-2FB7482CA339}"/>
              </a:ext>
            </a:extLst>
          </p:cNvPr>
          <p:cNvSpPr txBox="1"/>
          <p:nvPr/>
        </p:nvSpPr>
        <p:spPr>
          <a:xfrm>
            <a:off x="616303" y="2352569"/>
            <a:ext cx="4064754" cy="16004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Implement Efficient Similarity Search with ANN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1" i="0" u="none" strike="noStrike" kern="1200" cap="none" spc="0" baseline="0">
              <a:solidFill>
                <a:srgbClr val="FFFFFF"/>
              </a:solidFill>
              <a:uFillTx/>
              <a:latin typeface="Avenir Book" panose="02000503020000020003" pitchFamily="2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Utilize Approximate Nearest Neighbors methods such as FAISS and Annoy to enable scalability for millions of songs, improving search speed and recommendation accuracy.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Avenir Book" panose="02000503020000020003" pitchFamily="2" charset="0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4AF04E66-D3AD-2425-D86C-991D1A3863F4}"/>
              </a:ext>
            </a:extLst>
          </p:cNvPr>
          <p:cNvSpPr txBox="1"/>
          <p:nvPr/>
        </p:nvSpPr>
        <p:spPr>
          <a:xfrm>
            <a:off x="4957962" y="2352569"/>
            <a:ext cx="3486428" cy="16004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Integrate Hybrid Collaborative Filtering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1" i="0" u="none" strike="noStrike" kern="1200" cap="none" spc="0" baseline="0">
              <a:solidFill>
                <a:srgbClr val="FFFFFF"/>
              </a:solidFill>
              <a:uFillTx/>
              <a:latin typeface="Avenir Book" panose="02000503020000020003" pitchFamily="2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Incorporate user listening data to personalize recommendations by combining content-based and collaborative filtering approaches for better user experience.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Avenir Book" panose="02000503020000020003" pitchFamily="2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79DE2B1-94CB-D202-E371-F9BFC6F34B2E}"/>
              </a:ext>
            </a:extLst>
          </p:cNvPr>
          <p:cNvSpPr txBox="1"/>
          <p:nvPr/>
        </p:nvSpPr>
        <p:spPr>
          <a:xfrm>
            <a:off x="623794" y="4141156"/>
            <a:ext cx="3761373" cy="16004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Incorporate Lyrics and Metadata Using NLP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1" i="0" u="none" strike="noStrike" kern="1200" cap="none" spc="0" baseline="0">
              <a:solidFill>
                <a:srgbClr val="FFFFFF"/>
              </a:solidFill>
              <a:uFillTx/>
              <a:latin typeface="Avenir Book" panose="02000503020000020003" pitchFamily="2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Apply natural language processing to analyze lyrics and enrich context with album details, playlist information, and mood tags to enhance recommendation relevance.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Avenir Book" panose="02000503020000020003" pitchFamily="2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01D72111-F9ED-102F-755D-9A6BC81D4AE2}"/>
              </a:ext>
            </a:extLst>
          </p:cNvPr>
          <p:cNvSpPr txBox="1"/>
          <p:nvPr/>
        </p:nvSpPr>
        <p:spPr>
          <a:xfrm>
            <a:off x="4921082" y="4141156"/>
            <a:ext cx="3434079" cy="20313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Develop Interactive User Feedback System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1" i="0" u="none" strike="noStrike" kern="1200" cap="none" spc="0" baseline="0">
              <a:solidFill>
                <a:srgbClr val="FFFFFF"/>
              </a:solidFill>
              <a:uFillTx/>
              <a:latin typeface="Avenir Book" panose="02000503020000020003" pitchFamily="2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Avenir Book" panose="02000503020000020003" pitchFamily="2" charset="0"/>
              </a:rPr>
              <a:t>Create a web application that collects thumbs-up/down feedback, enabling real-time adaptation and refinement of recommendation algorithms based on user preferences.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Avenir Book" panose="02000503020000020003" pitchFamily="2" charset="0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D2FE19F5-FC16-6997-E662-0C2FCFA7287C}"/>
              </a:ext>
            </a:extLst>
          </p:cNvPr>
          <p:cNvSpPr txBox="1"/>
          <p:nvPr/>
        </p:nvSpPr>
        <p:spPr>
          <a:xfrm>
            <a:off x="694450" y="923562"/>
            <a:ext cx="11022342" cy="11079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1BD760"/>
                </a:solidFill>
                <a:uFillTx/>
                <a:latin typeface="Avenir Book" panose="02000503020000020003" pitchFamily="2" charset="0"/>
              </a:rPr>
              <a:t>Future Improvements and Enhancements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1" i="0" u="none" strike="noStrike" kern="1200" cap="none" spc="0" baseline="0">
              <a:solidFill>
                <a:srgbClr val="1BD760"/>
              </a:solidFill>
              <a:uFillTx/>
              <a:latin typeface="Avenir Book" panose="02000503020000020003" pitchFamily="2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chemeClr val="accent6">
                    <a:lumMod val="20000"/>
                    <a:lumOff val="80000"/>
                  </a:schemeClr>
                </a:solidFill>
                <a:uFillTx/>
                <a:latin typeface="Avenir Book" panose="02000503020000020003" pitchFamily="2" charset="0"/>
              </a:rPr>
              <a:t>Enhancing Spotify's recommendation system with scalable, personalized, and interactive features</a:t>
            </a:r>
          </a:p>
        </p:txBody>
      </p:sp>
      <p:pic>
        <p:nvPicPr>
          <p:cNvPr id="9" name="Picture Placeholder 490">
            <a:extLst>
              <a:ext uri="{FF2B5EF4-FFF2-40B4-BE49-F238E27FC236}">
                <a16:creationId xmlns:a16="http://schemas.microsoft.com/office/drawing/2014/main" id="{4996C381-81B0-BB01-4CBE-A01AE1344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50" b="98926" l="4688" r="87305">
                        <a14:foregroundMark x1="20508" y1="12500" x2="9180" y2="22461"/>
                        <a14:foregroundMark x1="9180" y1="22461" x2="8008" y2="34863"/>
                        <a14:foregroundMark x1="8008" y1="34863" x2="9375" y2="38867"/>
                        <a14:foregroundMark x1="4785" y1="23145" x2="4785" y2="27344"/>
                        <a14:foregroundMark x1="56055" y1="8496" x2="27637" y2="6250"/>
                        <a14:foregroundMark x1="14063" y1="90625" x2="46582" y2="96387"/>
                        <a14:foregroundMark x1="46582" y1="96387" x2="47559" y2="89160"/>
                        <a14:foregroundMark x1="50879" y1="98926" x2="51270" y2="945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5264" t="-8071" r="9699"/>
          <a:stretch/>
        </p:blipFill>
        <p:spPr>
          <a:xfrm flipH="1">
            <a:off x="8219873" y="1993987"/>
            <a:ext cx="4301116" cy="4864013"/>
          </a:xfrm>
          <a:prstGeom prst="roundRect">
            <a:avLst>
              <a:gd name="adj" fmla="val 0"/>
            </a:avLst>
          </a:prstGeom>
          <a:effectLst>
            <a:outerShdw blurRad="304800" dist="38100" dir="8100000" sx="101000" sy="101000" algn="tr" rotWithShape="0">
              <a:schemeClr val="accent1">
                <a:lumMod val="50000"/>
                <a:alpha val="23000"/>
              </a:schemeClr>
            </a:outerShdw>
          </a:effec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4A2F32-CE38-EBDE-D545-0D168DD775B9}"/>
              </a:ext>
            </a:extLst>
          </p:cNvPr>
          <p:cNvCxnSpPr>
            <a:cxnSpLocks/>
          </p:cNvCxnSpPr>
          <p:nvPr/>
        </p:nvCxnSpPr>
        <p:spPr>
          <a:xfrm>
            <a:off x="623794" y="4122527"/>
            <a:ext cx="766896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BE6E65-1A8E-0FCF-94FB-FAE35812323B}"/>
              </a:ext>
            </a:extLst>
          </p:cNvPr>
          <p:cNvCxnSpPr>
            <a:cxnSpLocks/>
          </p:cNvCxnSpPr>
          <p:nvPr/>
        </p:nvCxnSpPr>
        <p:spPr>
          <a:xfrm>
            <a:off x="4772181" y="2352569"/>
            <a:ext cx="0" cy="36171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100D2C2-B90A-ABF2-1C60-9B53DAA9943F}"/>
              </a:ext>
            </a:extLst>
          </p:cNvPr>
          <p:cNvSpPr/>
          <p:nvPr/>
        </p:nvSpPr>
        <p:spPr>
          <a:xfrm>
            <a:off x="339398" y="430598"/>
            <a:ext cx="11502189" cy="6063916"/>
          </a:xfrm>
          <a:prstGeom prst="roundRect">
            <a:avLst/>
          </a:prstGeom>
          <a:noFill/>
          <a:ln>
            <a:solidFill>
              <a:srgbClr val="1BD7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847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580ACA-DA19-2920-2A1F-063E561B2AF7}"/>
              </a:ext>
            </a:extLst>
          </p:cNvPr>
          <p:cNvCxnSpPr>
            <a:cxnSpLocks/>
          </p:cNvCxnSpPr>
          <p:nvPr/>
        </p:nvCxnSpPr>
        <p:spPr>
          <a:xfrm>
            <a:off x="2696818" y="5865383"/>
            <a:ext cx="67983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80463D-4B6B-99C9-6079-66EE03DA3EAE}"/>
              </a:ext>
            </a:extLst>
          </p:cNvPr>
          <p:cNvCxnSpPr>
            <a:cxnSpLocks/>
          </p:cNvCxnSpPr>
          <p:nvPr/>
        </p:nvCxnSpPr>
        <p:spPr>
          <a:xfrm flipH="1">
            <a:off x="2696818" y="5865383"/>
            <a:ext cx="6480738" cy="0"/>
          </a:xfrm>
          <a:prstGeom prst="line">
            <a:avLst/>
          </a:prstGeom>
          <a:ln w="25400">
            <a:solidFill>
              <a:schemeClr val="accent6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0">
            <a:extLst>
              <a:ext uri="{FF2B5EF4-FFF2-40B4-BE49-F238E27FC236}">
                <a16:creationId xmlns:a16="http://schemas.microsoft.com/office/drawing/2014/main" id="{D44DB680-A8FD-7D98-B567-90164B16B3A3}"/>
              </a:ext>
            </a:extLst>
          </p:cNvPr>
          <p:cNvSpPr txBox="1"/>
          <p:nvPr/>
        </p:nvSpPr>
        <p:spPr>
          <a:xfrm>
            <a:off x="9246705" y="5656825"/>
            <a:ext cx="1404020" cy="33983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ID" sz="1200">
                <a:solidFill>
                  <a:schemeClr val="bg1"/>
                </a:solidFill>
              </a:rPr>
              <a:t>00:20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E4AEA16-0912-F8D0-6FA4-3BD4DB1B2E35}"/>
              </a:ext>
            </a:extLst>
          </p:cNvPr>
          <p:cNvGrpSpPr/>
          <p:nvPr/>
        </p:nvGrpSpPr>
        <p:grpSpPr>
          <a:xfrm>
            <a:off x="5004912" y="5242604"/>
            <a:ext cx="2029777" cy="468000"/>
            <a:chOff x="5164551" y="5554667"/>
            <a:chExt cx="2029777" cy="468000"/>
          </a:xfrm>
          <a:solidFill>
            <a:schemeClr val="bg1"/>
          </a:solidFill>
        </p:grpSpPr>
        <p:sp>
          <p:nvSpPr>
            <p:cNvPr id="9" name="Graphic 16">
              <a:extLst>
                <a:ext uri="{FF2B5EF4-FFF2-40B4-BE49-F238E27FC236}">
                  <a16:creationId xmlns:a16="http://schemas.microsoft.com/office/drawing/2014/main" id="{DFD5B415-C3D7-924D-6A63-51BA9C03ED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9440" y="5608667"/>
              <a:ext cx="360000" cy="360000"/>
            </a:xfrm>
            <a:custGeom>
              <a:avLst/>
              <a:gdLst>
                <a:gd name="connsiteX0" fmla="*/ 317500 w 635000"/>
                <a:gd name="connsiteY0" fmla="*/ 0 h 635000"/>
                <a:gd name="connsiteX1" fmla="*/ 0 w 635000"/>
                <a:gd name="connsiteY1" fmla="*/ 317500 h 635000"/>
                <a:gd name="connsiteX2" fmla="*/ 317500 w 635000"/>
                <a:gd name="connsiteY2" fmla="*/ 635000 h 635000"/>
                <a:gd name="connsiteX3" fmla="*/ 635000 w 635000"/>
                <a:gd name="connsiteY3" fmla="*/ 317500 h 635000"/>
                <a:gd name="connsiteX4" fmla="*/ 317500 w 635000"/>
                <a:gd name="connsiteY4" fmla="*/ 0 h 635000"/>
                <a:gd name="connsiteX5" fmla="*/ 435707 w 635000"/>
                <a:gd name="connsiteY5" fmla="*/ 334996 h 635000"/>
                <a:gd name="connsiteX6" fmla="*/ 252495 w 635000"/>
                <a:gd name="connsiteY6" fmla="*/ 440768 h 635000"/>
                <a:gd name="connsiteX7" fmla="*/ 243453 w 635000"/>
                <a:gd name="connsiteY7" fmla="*/ 443190 h 635000"/>
                <a:gd name="connsiteX8" fmla="*/ 234406 w 635000"/>
                <a:gd name="connsiteY8" fmla="*/ 440768 h 635000"/>
                <a:gd name="connsiteX9" fmla="*/ 225370 w 635000"/>
                <a:gd name="connsiteY9" fmla="*/ 425101 h 635000"/>
                <a:gd name="connsiteX10" fmla="*/ 225370 w 635000"/>
                <a:gd name="connsiteY10" fmla="*/ 213551 h 635000"/>
                <a:gd name="connsiteX11" fmla="*/ 234406 w 635000"/>
                <a:gd name="connsiteY11" fmla="*/ 197883 h 635000"/>
                <a:gd name="connsiteX12" fmla="*/ 252506 w 635000"/>
                <a:gd name="connsiteY12" fmla="*/ 197883 h 635000"/>
                <a:gd name="connsiteX13" fmla="*/ 435718 w 635000"/>
                <a:gd name="connsiteY13" fmla="*/ 303661 h 635000"/>
                <a:gd name="connsiteX14" fmla="*/ 444754 w 635000"/>
                <a:gd name="connsiteY14" fmla="*/ 319329 h 635000"/>
                <a:gd name="connsiteX15" fmla="*/ 435707 w 635000"/>
                <a:gd name="connsiteY15" fmla="*/ 334996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142149" y="0"/>
                    <a:pt x="0" y="142160"/>
                    <a:pt x="0" y="317500"/>
                  </a:cubicBezTo>
                  <a:cubicBezTo>
                    <a:pt x="0" y="492847"/>
                    <a:pt x="142149" y="635000"/>
                    <a:pt x="317500" y="635000"/>
                  </a:cubicBezTo>
                  <a:cubicBezTo>
                    <a:pt x="492851" y="635000"/>
                    <a:pt x="635000" y="492847"/>
                    <a:pt x="635000" y="317500"/>
                  </a:cubicBezTo>
                  <a:cubicBezTo>
                    <a:pt x="635000" y="142160"/>
                    <a:pt x="492851" y="0"/>
                    <a:pt x="317500" y="0"/>
                  </a:cubicBezTo>
                  <a:close/>
                  <a:moveTo>
                    <a:pt x="435707" y="334996"/>
                  </a:moveTo>
                  <a:lnTo>
                    <a:pt x="252495" y="440768"/>
                  </a:lnTo>
                  <a:cubicBezTo>
                    <a:pt x="249701" y="442388"/>
                    <a:pt x="246571" y="443190"/>
                    <a:pt x="243453" y="443190"/>
                  </a:cubicBezTo>
                  <a:cubicBezTo>
                    <a:pt x="240335" y="443190"/>
                    <a:pt x="237211" y="442388"/>
                    <a:pt x="234406" y="440768"/>
                  </a:cubicBezTo>
                  <a:cubicBezTo>
                    <a:pt x="228818" y="437540"/>
                    <a:pt x="225370" y="431567"/>
                    <a:pt x="225370" y="425101"/>
                  </a:cubicBezTo>
                  <a:lnTo>
                    <a:pt x="225370" y="213551"/>
                  </a:lnTo>
                  <a:cubicBezTo>
                    <a:pt x="225370" y="207088"/>
                    <a:pt x="228822" y="201105"/>
                    <a:pt x="234406" y="197883"/>
                  </a:cubicBezTo>
                  <a:cubicBezTo>
                    <a:pt x="240011" y="194649"/>
                    <a:pt x="246907" y="194649"/>
                    <a:pt x="252506" y="197883"/>
                  </a:cubicBezTo>
                  <a:lnTo>
                    <a:pt x="435718" y="303661"/>
                  </a:lnTo>
                  <a:cubicBezTo>
                    <a:pt x="441317" y="306900"/>
                    <a:pt x="444765" y="312873"/>
                    <a:pt x="444754" y="319329"/>
                  </a:cubicBezTo>
                  <a:cubicBezTo>
                    <a:pt x="444754" y="325789"/>
                    <a:pt x="441312" y="331768"/>
                    <a:pt x="435707" y="334996"/>
                  </a:cubicBezTo>
                  <a:close/>
                </a:path>
              </a:pathLst>
            </a:custGeom>
            <a:grpFill/>
            <a:ln w="2096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0DF25D4-BA71-DCB6-051A-747F02D38FD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164551" y="5554667"/>
              <a:ext cx="468000" cy="468000"/>
              <a:chOff x="3343367" y="1444172"/>
              <a:chExt cx="635000" cy="635000"/>
            </a:xfrm>
            <a:grpFill/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6834A61-79D6-4DFE-F01D-88C55381FFB6}"/>
                  </a:ext>
                </a:extLst>
              </p:cNvPr>
              <p:cNvSpPr/>
              <p:nvPr/>
            </p:nvSpPr>
            <p:spPr>
              <a:xfrm>
                <a:off x="3381070" y="1481875"/>
                <a:ext cx="559594" cy="5595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D"/>
              </a:p>
            </p:txBody>
          </p:sp>
          <p:sp>
            <p:nvSpPr>
              <p:cNvPr id="15" name="Graphic 14">
                <a:extLst>
                  <a:ext uri="{FF2B5EF4-FFF2-40B4-BE49-F238E27FC236}">
                    <a16:creationId xmlns:a16="http://schemas.microsoft.com/office/drawing/2014/main" id="{1FD4B6D0-3BA5-A894-A966-193D0363BC98}"/>
                  </a:ext>
                </a:extLst>
              </p:cNvPr>
              <p:cNvSpPr/>
              <p:nvPr/>
            </p:nvSpPr>
            <p:spPr>
              <a:xfrm>
                <a:off x="3343367" y="1444172"/>
                <a:ext cx="635000" cy="635000"/>
              </a:xfrm>
              <a:custGeom>
                <a:avLst/>
                <a:gdLst>
                  <a:gd name="connsiteX0" fmla="*/ 317500 w 635000"/>
                  <a:gd name="connsiteY0" fmla="*/ 0 h 635000"/>
                  <a:gd name="connsiteX1" fmla="*/ 0 w 635000"/>
                  <a:gd name="connsiteY1" fmla="*/ 317500 h 635000"/>
                  <a:gd name="connsiteX2" fmla="*/ 317500 w 635000"/>
                  <a:gd name="connsiteY2" fmla="*/ 635000 h 635000"/>
                  <a:gd name="connsiteX3" fmla="*/ 635000 w 635000"/>
                  <a:gd name="connsiteY3" fmla="*/ 317500 h 635000"/>
                  <a:gd name="connsiteX4" fmla="*/ 317500 w 635000"/>
                  <a:gd name="connsiteY4" fmla="*/ 0 h 635000"/>
                  <a:gd name="connsiteX5" fmla="*/ 460043 w 635000"/>
                  <a:gd name="connsiteY5" fmla="*/ 431300 h 635000"/>
                  <a:gd name="connsiteX6" fmla="*/ 449064 w 635000"/>
                  <a:gd name="connsiteY6" fmla="*/ 450312 h 635000"/>
                  <a:gd name="connsiteX7" fmla="*/ 438084 w 635000"/>
                  <a:gd name="connsiteY7" fmla="*/ 453261 h 635000"/>
                  <a:gd name="connsiteX8" fmla="*/ 427105 w 635000"/>
                  <a:gd name="connsiteY8" fmla="*/ 450312 h 635000"/>
                  <a:gd name="connsiteX9" fmla="*/ 255437 w 635000"/>
                  <a:gd name="connsiteY9" fmla="*/ 351204 h 635000"/>
                  <a:gd name="connsiteX10" fmla="*/ 249947 w 635000"/>
                  <a:gd name="connsiteY10" fmla="*/ 346647 h 635000"/>
                  <a:gd name="connsiteX11" fmla="*/ 249947 w 635000"/>
                  <a:gd name="connsiteY11" fmla="*/ 422751 h 635000"/>
                  <a:gd name="connsiteX12" fmla="*/ 213544 w 635000"/>
                  <a:gd name="connsiteY12" fmla="*/ 459154 h 635000"/>
                  <a:gd name="connsiteX13" fmla="*/ 177142 w 635000"/>
                  <a:gd name="connsiteY13" fmla="*/ 422751 h 635000"/>
                  <a:gd name="connsiteX14" fmla="*/ 177142 w 635000"/>
                  <a:gd name="connsiteY14" fmla="*/ 234203 h 635000"/>
                  <a:gd name="connsiteX15" fmla="*/ 177146 w 635000"/>
                  <a:gd name="connsiteY15" fmla="*/ 234203 h 635000"/>
                  <a:gd name="connsiteX16" fmla="*/ 213548 w 635000"/>
                  <a:gd name="connsiteY16" fmla="*/ 197800 h 635000"/>
                  <a:gd name="connsiteX17" fmla="*/ 249951 w 635000"/>
                  <a:gd name="connsiteY17" fmla="*/ 234203 h 635000"/>
                  <a:gd name="connsiteX18" fmla="*/ 249951 w 635000"/>
                  <a:gd name="connsiteY18" fmla="*/ 317737 h 635000"/>
                  <a:gd name="connsiteX19" fmla="*/ 255441 w 635000"/>
                  <a:gd name="connsiteY19" fmla="*/ 313176 h 635000"/>
                  <a:gd name="connsiteX20" fmla="*/ 427103 w 635000"/>
                  <a:gd name="connsiteY20" fmla="*/ 214067 h 635000"/>
                  <a:gd name="connsiteX21" fmla="*/ 449064 w 635000"/>
                  <a:gd name="connsiteY21" fmla="*/ 214067 h 635000"/>
                  <a:gd name="connsiteX22" fmla="*/ 460043 w 635000"/>
                  <a:gd name="connsiteY22" fmla="*/ 233083 h 635000"/>
                  <a:gd name="connsiteX23" fmla="*/ 460043 w 635000"/>
                  <a:gd name="connsiteY23" fmla="*/ 431300 h 63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35000" h="635000">
                    <a:moveTo>
                      <a:pt x="317500" y="0"/>
                    </a:moveTo>
                    <a:cubicBezTo>
                      <a:pt x="142149" y="0"/>
                      <a:pt x="0" y="142149"/>
                      <a:pt x="0" y="317500"/>
                    </a:cubicBezTo>
                    <a:cubicBezTo>
                      <a:pt x="0" y="492847"/>
                      <a:pt x="142149" y="635000"/>
                      <a:pt x="317500" y="635000"/>
                    </a:cubicBezTo>
                    <a:cubicBezTo>
                      <a:pt x="492840" y="635000"/>
                      <a:pt x="635000" y="492840"/>
                      <a:pt x="635000" y="317500"/>
                    </a:cubicBezTo>
                    <a:cubicBezTo>
                      <a:pt x="635000" y="142153"/>
                      <a:pt x="492840" y="0"/>
                      <a:pt x="317500" y="0"/>
                    </a:cubicBezTo>
                    <a:close/>
                    <a:moveTo>
                      <a:pt x="460043" y="431300"/>
                    </a:moveTo>
                    <a:cubicBezTo>
                      <a:pt x="460043" y="439141"/>
                      <a:pt x="455854" y="446397"/>
                      <a:pt x="449064" y="450312"/>
                    </a:cubicBezTo>
                    <a:cubicBezTo>
                      <a:pt x="445666" y="452272"/>
                      <a:pt x="441867" y="453261"/>
                      <a:pt x="438084" y="453261"/>
                    </a:cubicBezTo>
                    <a:cubicBezTo>
                      <a:pt x="434291" y="453261"/>
                      <a:pt x="430502" y="452272"/>
                      <a:pt x="427105" y="450312"/>
                    </a:cubicBezTo>
                    <a:lnTo>
                      <a:pt x="255437" y="351204"/>
                    </a:lnTo>
                    <a:cubicBezTo>
                      <a:pt x="253335" y="349991"/>
                      <a:pt x="251513" y="348427"/>
                      <a:pt x="249947" y="346647"/>
                    </a:cubicBezTo>
                    <a:lnTo>
                      <a:pt x="249947" y="422751"/>
                    </a:lnTo>
                    <a:cubicBezTo>
                      <a:pt x="249947" y="442855"/>
                      <a:pt x="233648" y="459154"/>
                      <a:pt x="213544" y="459154"/>
                    </a:cubicBezTo>
                    <a:cubicBezTo>
                      <a:pt x="193440" y="459154"/>
                      <a:pt x="177142" y="442855"/>
                      <a:pt x="177142" y="422751"/>
                    </a:cubicBezTo>
                    <a:lnTo>
                      <a:pt x="177142" y="234203"/>
                    </a:lnTo>
                    <a:lnTo>
                      <a:pt x="177146" y="234203"/>
                    </a:lnTo>
                    <a:cubicBezTo>
                      <a:pt x="177146" y="214099"/>
                      <a:pt x="193444" y="197800"/>
                      <a:pt x="213548" y="197800"/>
                    </a:cubicBezTo>
                    <a:cubicBezTo>
                      <a:pt x="233652" y="197800"/>
                      <a:pt x="249951" y="214099"/>
                      <a:pt x="249951" y="234203"/>
                    </a:cubicBezTo>
                    <a:lnTo>
                      <a:pt x="249951" y="317737"/>
                    </a:lnTo>
                    <a:cubicBezTo>
                      <a:pt x="251515" y="315959"/>
                      <a:pt x="253337" y="314393"/>
                      <a:pt x="255441" y="313176"/>
                    </a:cubicBezTo>
                    <a:lnTo>
                      <a:pt x="427103" y="214067"/>
                    </a:lnTo>
                    <a:cubicBezTo>
                      <a:pt x="433900" y="210143"/>
                      <a:pt x="442267" y="210143"/>
                      <a:pt x="449064" y="214067"/>
                    </a:cubicBezTo>
                    <a:cubicBezTo>
                      <a:pt x="455854" y="217987"/>
                      <a:pt x="460043" y="225239"/>
                      <a:pt x="460043" y="233083"/>
                    </a:cubicBezTo>
                    <a:lnTo>
                      <a:pt x="460043" y="431300"/>
                    </a:lnTo>
                    <a:close/>
                  </a:path>
                </a:pathLst>
              </a:custGeom>
              <a:solidFill>
                <a:schemeClr val="tx1"/>
              </a:solidFill>
              <a:ln w="2096" cap="flat">
                <a:solidFill>
                  <a:schemeClr val="tx1"/>
                </a:solidFill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A89CF0D-D39C-96E6-EDF7-A94E66D7DF64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6726328" y="5554667"/>
              <a:ext cx="468000" cy="468000"/>
              <a:chOff x="3343367" y="1444172"/>
              <a:chExt cx="635000" cy="635000"/>
            </a:xfrm>
            <a:grpFill/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D9EC664-5FC8-538B-9F2F-DEB7D369EB79}"/>
                  </a:ext>
                </a:extLst>
              </p:cNvPr>
              <p:cNvSpPr/>
              <p:nvPr/>
            </p:nvSpPr>
            <p:spPr>
              <a:xfrm>
                <a:off x="3381070" y="1481875"/>
                <a:ext cx="559594" cy="5595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D"/>
              </a:p>
            </p:txBody>
          </p:sp>
          <p:sp>
            <p:nvSpPr>
              <p:cNvPr id="13" name="Graphic 14">
                <a:extLst>
                  <a:ext uri="{FF2B5EF4-FFF2-40B4-BE49-F238E27FC236}">
                    <a16:creationId xmlns:a16="http://schemas.microsoft.com/office/drawing/2014/main" id="{8766C0BC-DACA-F04D-431B-60A1AE307A03}"/>
                  </a:ext>
                </a:extLst>
              </p:cNvPr>
              <p:cNvSpPr/>
              <p:nvPr/>
            </p:nvSpPr>
            <p:spPr>
              <a:xfrm>
                <a:off x="3343367" y="1444172"/>
                <a:ext cx="635000" cy="635000"/>
              </a:xfrm>
              <a:custGeom>
                <a:avLst/>
                <a:gdLst>
                  <a:gd name="connsiteX0" fmla="*/ 317500 w 635000"/>
                  <a:gd name="connsiteY0" fmla="*/ 0 h 635000"/>
                  <a:gd name="connsiteX1" fmla="*/ 0 w 635000"/>
                  <a:gd name="connsiteY1" fmla="*/ 317500 h 635000"/>
                  <a:gd name="connsiteX2" fmla="*/ 317500 w 635000"/>
                  <a:gd name="connsiteY2" fmla="*/ 635000 h 635000"/>
                  <a:gd name="connsiteX3" fmla="*/ 635000 w 635000"/>
                  <a:gd name="connsiteY3" fmla="*/ 317500 h 635000"/>
                  <a:gd name="connsiteX4" fmla="*/ 317500 w 635000"/>
                  <a:gd name="connsiteY4" fmla="*/ 0 h 635000"/>
                  <a:gd name="connsiteX5" fmla="*/ 460043 w 635000"/>
                  <a:gd name="connsiteY5" fmla="*/ 431300 h 635000"/>
                  <a:gd name="connsiteX6" fmla="*/ 449064 w 635000"/>
                  <a:gd name="connsiteY6" fmla="*/ 450312 h 635000"/>
                  <a:gd name="connsiteX7" fmla="*/ 438084 w 635000"/>
                  <a:gd name="connsiteY7" fmla="*/ 453261 h 635000"/>
                  <a:gd name="connsiteX8" fmla="*/ 427105 w 635000"/>
                  <a:gd name="connsiteY8" fmla="*/ 450312 h 635000"/>
                  <a:gd name="connsiteX9" fmla="*/ 255437 w 635000"/>
                  <a:gd name="connsiteY9" fmla="*/ 351204 h 635000"/>
                  <a:gd name="connsiteX10" fmla="*/ 249947 w 635000"/>
                  <a:gd name="connsiteY10" fmla="*/ 346647 h 635000"/>
                  <a:gd name="connsiteX11" fmla="*/ 249947 w 635000"/>
                  <a:gd name="connsiteY11" fmla="*/ 422751 h 635000"/>
                  <a:gd name="connsiteX12" fmla="*/ 213544 w 635000"/>
                  <a:gd name="connsiteY12" fmla="*/ 459154 h 635000"/>
                  <a:gd name="connsiteX13" fmla="*/ 177142 w 635000"/>
                  <a:gd name="connsiteY13" fmla="*/ 422751 h 635000"/>
                  <a:gd name="connsiteX14" fmla="*/ 177142 w 635000"/>
                  <a:gd name="connsiteY14" fmla="*/ 234203 h 635000"/>
                  <a:gd name="connsiteX15" fmla="*/ 177146 w 635000"/>
                  <a:gd name="connsiteY15" fmla="*/ 234203 h 635000"/>
                  <a:gd name="connsiteX16" fmla="*/ 213548 w 635000"/>
                  <a:gd name="connsiteY16" fmla="*/ 197800 h 635000"/>
                  <a:gd name="connsiteX17" fmla="*/ 249951 w 635000"/>
                  <a:gd name="connsiteY17" fmla="*/ 234203 h 635000"/>
                  <a:gd name="connsiteX18" fmla="*/ 249951 w 635000"/>
                  <a:gd name="connsiteY18" fmla="*/ 317737 h 635000"/>
                  <a:gd name="connsiteX19" fmla="*/ 255441 w 635000"/>
                  <a:gd name="connsiteY19" fmla="*/ 313176 h 635000"/>
                  <a:gd name="connsiteX20" fmla="*/ 427103 w 635000"/>
                  <a:gd name="connsiteY20" fmla="*/ 214067 h 635000"/>
                  <a:gd name="connsiteX21" fmla="*/ 449064 w 635000"/>
                  <a:gd name="connsiteY21" fmla="*/ 214067 h 635000"/>
                  <a:gd name="connsiteX22" fmla="*/ 460043 w 635000"/>
                  <a:gd name="connsiteY22" fmla="*/ 233083 h 635000"/>
                  <a:gd name="connsiteX23" fmla="*/ 460043 w 635000"/>
                  <a:gd name="connsiteY23" fmla="*/ 431300 h 63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35000" h="635000">
                    <a:moveTo>
                      <a:pt x="317500" y="0"/>
                    </a:moveTo>
                    <a:cubicBezTo>
                      <a:pt x="142149" y="0"/>
                      <a:pt x="0" y="142149"/>
                      <a:pt x="0" y="317500"/>
                    </a:cubicBezTo>
                    <a:cubicBezTo>
                      <a:pt x="0" y="492847"/>
                      <a:pt x="142149" y="635000"/>
                      <a:pt x="317500" y="635000"/>
                    </a:cubicBezTo>
                    <a:cubicBezTo>
                      <a:pt x="492840" y="635000"/>
                      <a:pt x="635000" y="492840"/>
                      <a:pt x="635000" y="317500"/>
                    </a:cubicBezTo>
                    <a:cubicBezTo>
                      <a:pt x="635000" y="142153"/>
                      <a:pt x="492840" y="0"/>
                      <a:pt x="317500" y="0"/>
                    </a:cubicBezTo>
                    <a:close/>
                    <a:moveTo>
                      <a:pt x="460043" y="431300"/>
                    </a:moveTo>
                    <a:cubicBezTo>
                      <a:pt x="460043" y="439141"/>
                      <a:pt x="455854" y="446397"/>
                      <a:pt x="449064" y="450312"/>
                    </a:cubicBezTo>
                    <a:cubicBezTo>
                      <a:pt x="445666" y="452272"/>
                      <a:pt x="441867" y="453261"/>
                      <a:pt x="438084" y="453261"/>
                    </a:cubicBezTo>
                    <a:cubicBezTo>
                      <a:pt x="434291" y="453261"/>
                      <a:pt x="430502" y="452272"/>
                      <a:pt x="427105" y="450312"/>
                    </a:cubicBezTo>
                    <a:lnTo>
                      <a:pt x="255437" y="351204"/>
                    </a:lnTo>
                    <a:cubicBezTo>
                      <a:pt x="253335" y="349991"/>
                      <a:pt x="251513" y="348427"/>
                      <a:pt x="249947" y="346647"/>
                    </a:cubicBezTo>
                    <a:lnTo>
                      <a:pt x="249947" y="422751"/>
                    </a:lnTo>
                    <a:cubicBezTo>
                      <a:pt x="249947" y="442855"/>
                      <a:pt x="233648" y="459154"/>
                      <a:pt x="213544" y="459154"/>
                    </a:cubicBezTo>
                    <a:cubicBezTo>
                      <a:pt x="193440" y="459154"/>
                      <a:pt x="177142" y="442855"/>
                      <a:pt x="177142" y="422751"/>
                    </a:cubicBezTo>
                    <a:lnTo>
                      <a:pt x="177142" y="234203"/>
                    </a:lnTo>
                    <a:lnTo>
                      <a:pt x="177146" y="234203"/>
                    </a:lnTo>
                    <a:cubicBezTo>
                      <a:pt x="177146" y="214099"/>
                      <a:pt x="193444" y="197800"/>
                      <a:pt x="213548" y="197800"/>
                    </a:cubicBezTo>
                    <a:cubicBezTo>
                      <a:pt x="233652" y="197800"/>
                      <a:pt x="249951" y="214099"/>
                      <a:pt x="249951" y="234203"/>
                    </a:cubicBezTo>
                    <a:lnTo>
                      <a:pt x="249951" y="317737"/>
                    </a:lnTo>
                    <a:cubicBezTo>
                      <a:pt x="251515" y="315959"/>
                      <a:pt x="253337" y="314393"/>
                      <a:pt x="255441" y="313176"/>
                    </a:cubicBezTo>
                    <a:lnTo>
                      <a:pt x="427103" y="214067"/>
                    </a:lnTo>
                    <a:cubicBezTo>
                      <a:pt x="433900" y="210143"/>
                      <a:pt x="442267" y="210143"/>
                      <a:pt x="449064" y="214067"/>
                    </a:cubicBezTo>
                    <a:cubicBezTo>
                      <a:pt x="455854" y="217987"/>
                      <a:pt x="460043" y="225239"/>
                      <a:pt x="460043" y="233083"/>
                    </a:cubicBezTo>
                    <a:lnTo>
                      <a:pt x="460043" y="431300"/>
                    </a:lnTo>
                    <a:close/>
                  </a:path>
                </a:pathLst>
              </a:custGeom>
              <a:solidFill>
                <a:schemeClr val="tx1"/>
              </a:solidFill>
              <a:ln w="2096" cap="flat">
                <a:solidFill>
                  <a:schemeClr val="tx1"/>
                </a:solidFill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/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1330A5A-620C-DB50-EB6F-F074CF629469}"/>
              </a:ext>
            </a:extLst>
          </p:cNvPr>
          <p:cNvSpPr txBox="1"/>
          <p:nvPr/>
        </p:nvSpPr>
        <p:spPr>
          <a:xfrm>
            <a:off x="1703071" y="2037448"/>
            <a:ext cx="1014402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>
                <a:solidFill>
                  <a:srgbClr val="1BD760"/>
                </a:solidFill>
                <a:latin typeface="Avenir Book" panose="02000503020000020003" pitchFamily="2" charset="0"/>
                <a:cs typeface="Gotu" pitchFamily="2" charset="77"/>
              </a:rPr>
              <a:t>Thank you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450D649-AD14-9BB2-DFB7-E06A8154EFE1}"/>
              </a:ext>
            </a:extLst>
          </p:cNvPr>
          <p:cNvSpPr/>
          <p:nvPr/>
        </p:nvSpPr>
        <p:spPr>
          <a:xfrm>
            <a:off x="344905" y="397042"/>
            <a:ext cx="11502189" cy="6063916"/>
          </a:xfrm>
          <a:prstGeom prst="roundRect">
            <a:avLst/>
          </a:prstGeom>
          <a:noFill/>
          <a:ln>
            <a:gradFill flip="none" rotWithShape="1">
              <a:gsLst>
                <a:gs pos="0">
                  <a:schemeClr val="accent6">
                    <a:lumMod val="89000"/>
                  </a:schemeClr>
                </a:gs>
                <a:gs pos="29000">
                  <a:schemeClr val="accent6">
                    <a:lumMod val="89000"/>
                  </a:schemeClr>
                </a:gs>
                <a:gs pos="69000">
                  <a:schemeClr val="accent6">
                    <a:lumMod val="75000"/>
                  </a:schemeClr>
                </a:gs>
                <a:gs pos="97000">
                  <a:schemeClr val="accent6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3EC227-03B6-0EB3-3BD7-91A9D2582C06}"/>
              </a:ext>
            </a:extLst>
          </p:cNvPr>
          <p:cNvSpPr txBox="1"/>
          <p:nvPr/>
        </p:nvSpPr>
        <p:spPr>
          <a:xfrm>
            <a:off x="2158481" y="5740672"/>
            <a:ext cx="824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00">
                <a:solidFill>
                  <a:schemeClr val="bg1"/>
                </a:solidFill>
              </a:rPr>
              <a:t>03:01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89C2F9-F587-77F2-C16D-AE7B09D0FA7A}"/>
              </a:ext>
            </a:extLst>
          </p:cNvPr>
          <p:cNvSpPr txBox="1"/>
          <p:nvPr/>
        </p:nvSpPr>
        <p:spPr>
          <a:xfrm>
            <a:off x="4968354" y="3982277"/>
            <a:ext cx="20663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  <a:t>Presented by </a:t>
            </a:r>
            <a:b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</a:br>
            <a:b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</a:br>
            <a: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  <a:t>Rohit Varma Nadimpalli</a:t>
            </a:r>
          </a:p>
          <a:p>
            <a:pPr algn="ctr"/>
            <a:r>
              <a:rPr lang="en-US" sz="1400">
                <a:solidFill>
                  <a:schemeClr val="bg1"/>
                </a:solidFill>
                <a:latin typeface="Avenir Book" panose="02000503020000020003" pitchFamily="2" charset="0"/>
              </a:rPr>
              <a:t>Manish Reddy Pannala</a:t>
            </a:r>
          </a:p>
        </p:txBody>
      </p:sp>
    </p:spTree>
    <p:extLst>
      <p:ext uri="{BB962C8B-B14F-4D97-AF65-F5344CB8AC3E}">
        <p14:creationId xmlns:p14="http://schemas.microsoft.com/office/powerpoint/2010/main" val="4055083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2025-08-30T00:33:30Z</dcterms:created>
  <dcterms:modified xsi:type="dcterms:W3CDTF">2025-08-30T03:35:50Z</dcterms:modified>
</cp:coreProperties>
</file>